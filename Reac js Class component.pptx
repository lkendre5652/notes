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9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4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07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95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89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34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82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4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98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80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F10F8-EA22-491C-8793-0C68058E952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CD01F-31AC-4AC5-BB53-0042AB498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40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Reac</a:t>
            </a:r>
            <a:r>
              <a:rPr lang="en-US" dirty="0" smtClean="0"/>
              <a:t> </a:t>
            </a:r>
            <a:r>
              <a:rPr lang="en-US" dirty="0" err="1" smtClean="0"/>
              <a:t>js</a:t>
            </a:r>
            <a:r>
              <a:rPr lang="en-US" dirty="0" smtClean="0"/>
              <a:t> Class component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https://www.youtube.com/watch?v=lnV34uLEzis&amp;list=PLslBXCQgkwmWOXqtqbgdsjuLs4_zU1NEI&amp;index=6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89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4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base architecture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5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3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Class &amp; Function </a:t>
            </a:r>
            <a:r>
              <a:rPr lang="en-US" dirty="0" err="1" smtClean="0"/>
              <a:t>componens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2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33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15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Reac js Class component</vt:lpstr>
      <vt:lpstr>Introductions</vt:lpstr>
      <vt:lpstr>Component base architecture</vt:lpstr>
      <vt:lpstr>PowerPoint Presentation</vt:lpstr>
      <vt:lpstr>PowerPoint Presentation</vt:lpstr>
      <vt:lpstr>Class &amp; Function componens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 js Class component</dc:title>
  <dc:creator>Laxman</dc:creator>
  <cp:lastModifiedBy>Laxman</cp:lastModifiedBy>
  <cp:revision>11</cp:revision>
  <dcterms:created xsi:type="dcterms:W3CDTF">2025-01-21T09:53:59Z</dcterms:created>
  <dcterms:modified xsi:type="dcterms:W3CDTF">2025-01-21T14:43:59Z</dcterms:modified>
</cp:coreProperties>
</file>