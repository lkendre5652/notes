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7284-8D4D-414E-8ADE-E2B2658D65F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632E-A08D-4921-B758-CE060CA32A2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7284-8D4D-414E-8ADE-E2B2658D65F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632E-A08D-4921-B758-CE060CA32A2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7284-8D4D-414E-8ADE-E2B2658D65F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632E-A08D-4921-B758-CE060CA32A2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7284-8D4D-414E-8ADE-E2B2658D65F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632E-A08D-4921-B758-CE060CA32A2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7284-8D4D-414E-8ADE-E2B2658D65F5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632E-A08D-4921-B758-CE060CA32A2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7284-8D4D-414E-8ADE-E2B2658D65F5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632E-A08D-4921-B758-CE060CA32A2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7284-8D4D-414E-8ADE-E2B2658D65F5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632E-A08D-4921-B758-CE060CA32A2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7284-8D4D-414E-8ADE-E2B2658D65F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632E-A08D-4921-B758-CE060CA32A2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7284-8D4D-414E-8ADE-E2B2658D65F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632E-A08D-4921-B758-CE060CA32A2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7284-8D4D-414E-8ADE-E2B2658D65F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632E-A08D-4921-B758-CE060CA32A2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7284-8D4D-414E-8ADE-E2B2658D65F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632E-A08D-4921-B758-CE060CA32A2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07284-8D4D-414E-8ADE-E2B2658D65F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5632E-A08D-4921-B758-CE060CA32A27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Gift Card Checkout Logic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Checkout.blade.php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Line : 4 : </a:t>
            </a:r>
            <a:r>
              <a:rPr lang="en-IN" dirty="0"/>
              <a:t>use App\Models\</a:t>
            </a:r>
            <a:r>
              <a:rPr lang="en-IN" dirty="0" err="1"/>
              <a:t>OrderGiftcard</a:t>
            </a:r>
            <a:r>
              <a:rPr lang="en-IN" dirty="0" smtClean="0"/>
              <a:t>;</a:t>
            </a:r>
            <a:endParaRPr lang="en-IN" dirty="0" smtClean="0"/>
          </a:p>
          <a:p>
            <a:r>
              <a:rPr lang="en-US" dirty="0" smtClean="0"/>
              <a:t>Line: 230 – 244: </a:t>
            </a:r>
            <a:endParaRPr lang="en-US" dirty="0" smtClean="0"/>
          </a:p>
          <a:p>
            <a:r>
              <a:rPr lang="en-IN" sz="600" dirty="0"/>
              <a:t>&lt;!-- GIFT CARD REDEEM --&gt;</a:t>
            </a:r>
            <a:endParaRPr lang="en-IN" sz="600" dirty="0"/>
          </a:p>
          <a:p>
            <a:r>
              <a:rPr lang="en-IN" sz="600" dirty="0"/>
              <a:t>                                 @if(</a:t>
            </a:r>
            <a:r>
              <a:rPr lang="en-IN" sz="600" dirty="0" err="1"/>
              <a:t>Auth</a:t>
            </a:r>
            <a:r>
              <a:rPr lang="en-IN" sz="600" dirty="0"/>
              <a:t>::check() )</a:t>
            </a:r>
            <a:endParaRPr lang="en-IN" sz="600" dirty="0"/>
          </a:p>
          <a:p>
            <a:r>
              <a:rPr lang="en-IN" sz="600" dirty="0"/>
              <a:t>    &lt;?</a:t>
            </a:r>
            <a:r>
              <a:rPr lang="en-IN" sz="600" dirty="0" err="1"/>
              <a:t>php</a:t>
            </a:r>
            <a:r>
              <a:rPr lang="en-IN" sz="600" dirty="0"/>
              <a:t>                                </a:t>
            </a:r>
            <a:endParaRPr lang="en-IN" sz="600" dirty="0"/>
          </a:p>
          <a:p>
            <a:r>
              <a:rPr lang="en-IN" sz="600" dirty="0"/>
              <a:t>    $</a:t>
            </a:r>
            <a:r>
              <a:rPr lang="en-IN" sz="600" dirty="0" err="1"/>
              <a:t>mycpcont</a:t>
            </a:r>
            <a:r>
              <a:rPr lang="en-IN" sz="600" dirty="0"/>
              <a:t> = </a:t>
            </a:r>
            <a:r>
              <a:rPr lang="en-IN" sz="600" dirty="0" err="1"/>
              <a:t>OrderGiftcard</a:t>
            </a:r>
            <a:r>
              <a:rPr lang="en-IN" sz="600" dirty="0"/>
              <a:t>::where('</a:t>
            </a:r>
            <a:r>
              <a:rPr lang="en-IN" sz="600" dirty="0" err="1"/>
              <a:t>recipient_mail</a:t>
            </a:r>
            <a:r>
              <a:rPr lang="en-IN" sz="600" dirty="0"/>
              <a:t>', '=', </a:t>
            </a:r>
            <a:r>
              <a:rPr lang="en-IN" sz="600" dirty="0" err="1"/>
              <a:t>Auth</a:t>
            </a:r>
            <a:r>
              <a:rPr lang="en-IN" sz="600" dirty="0"/>
              <a:t>::user()-&gt;email )-&gt;get()-&gt;count();                                </a:t>
            </a:r>
            <a:endParaRPr lang="en-IN" sz="600" dirty="0"/>
          </a:p>
          <a:p>
            <a:r>
              <a:rPr lang="en-IN" sz="600" dirty="0"/>
              <a:t>        if($</a:t>
            </a:r>
            <a:r>
              <a:rPr lang="en-IN" sz="600" dirty="0" err="1"/>
              <a:t>mycpcont</a:t>
            </a:r>
            <a:r>
              <a:rPr lang="en-IN" sz="600" dirty="0"/>
              <a:t>):</a:t>
            </a:r>
            <a:endParaRPr lang="en-IN" sz="600" dirty="0"/>
          </a:p>
          <a:p>
            <a:r>
              <a:rPr lang="en-IN" sz="600" dirty="0"/>
              <a:t>        ?&gt;        </a:t>
            </a:r>
            <a:endParaRPr lang="en-IN" sz="600" dirty="0"/>
          </a:p>
          <a:p>
            <a:r>
              <a:rPr lang="en-IN" sz="600" dirty="0"/>
              <a:t>            &lt;div class="coupon </a:t>
            </a:r>
            <a:r>
              <a:rPr lang="en-IN" sz="600" dirty="0" err="1"/>
              <a:t>field_form</a:t>
            </a:r>
            <a:r>
              <a:rPr lang="en-IN" sz="600" dirty="0"/>
              <a:t> input-group"&gt;</a:t>
            </a:r>
            <a:endParaRPr lang="en-IN" sz="600" dirty="0"/>
          </a:p>
          <a:p>
            <a:r>
              <a:rPr lang="en-IN" sz="600" dirty="0"/>
              <a:t>                &lt;input type="text" id="</a:t>
            </a:r>
            <a:r>
              <a:rPr lang="en-IN" sz="600" dirty="0" err="1"/>
              <a:t>giftcardcode</a:t>
            </a:r>
            <a:r>
              <a:rPr lang="en-IN" sz="600" dirty="0"/>
              <a:t>" name="</a:t>
            </a:r>
            <a:r>
              <a:rPr lang="en-IN" sz="600" dirty="0" err="1"/>
              <a:t>giftcardcode</a:t>
            </a:r>
            <a:r>
              <a:rPr lang="en-IN" sz="600" dirty="0"/>
              <a:t>" value="" class="form-control form-control-</a:t>
            </a:r>
            <a:r>
              <a:rPr lang="en-IN" sz="600" dirty="0" err="1"/>
              <a:t>sm</a:t>
            </a:r>
            <a:r>
              <a:rPr lang="en-IN" sz="600" dirty="0"/>
              <a:t>" placeholder="Enter Gift Card Code"&gt;</a:t>
            </a:r>
            <a:endParaRPr lang="en-IN" sz="600" dirty="0"/>
          </a:p>
          <a:p>
            <a:r>
              <a:rPr lang="en-IN" sz="600" dirty="0"/>
              <a:t>                &lt;div class="input-group-append"&gt;</a:t>
            </a:r>
            <a:endParaRPr lang="en-IN" sz="600" dirty="0"/>
          </a:p>
          <a:p>
            <a:r>
              <a:rPr lang="en-IN" sz="600" dirty="0"/>
              <a:t>                    &lt;button class="</a:t>
            </a:r>
            <a:r>
              <a:rPr lang="en-IN" sz="600" dirty="0" err="1"/>
              <a:t>btn</a:t>
            </a:r>
            <a:r>
              <a:rPr lang="en-IN" sz="600" dirty="0"/>
              <a:t> </a:t>
            </a:r>
            <a:r>
              <a:rPr lang="en-IN" sz="600" dirty="0" err="1"/>
              <a:t>btn</a:t>
            </a:r>
            <a:r>
              <a:rPr lang="en-IN" sz="600" dirty="0"/>
              <a:t>-fill-out </a:t>
            </a:r>
            <a:r>
              <a:rPr lang="en-IN" sz="600" dirty="0" err="1"/>
              <a:t>btn-sm</a:t>
            </a:r>
            <a:r>
              <a:rPr lang="en-IN" sz="600" dirty="0"/>
              <a:t>" type="submit" value="Apply" id="</a:t>
            </a:r>
            <a:r>
              <a:rPr lang="en-IN" sz="600" dirty="0" err="1"/>
              <a:t>GiftcardBtn</a:t>
            </a:r>
            <a:r>
              <a:rPr lang="en-IN" sz="600" dirty="0"/>
              <a:t>"&gt;APPLY&lt;/button&gt;</a:t>
            </a:r>
            <a:endParaRPr lang="en-IN" sz="600" dirty="0"/>
          </a:p>
          <a:p>
            <a:r>
              <a:rPr lang="en-IN" sz="600" dirty="0"/>
              <a:t>                &lt;/div&gt;</a:t>
            </a:r>
            <a:endParaRPr lang="en-IN" sz="600" dirty="0"/>
          </a:p>
          <a:p>
            <a:r>
              <a:rPr lang="en-IN" sz="600" dirty="0"/>
              <a:t>            &lt;/div&gt;        </a:t>
            </a:r>
            <a:endParaRPr lang="en-IN" sz="600" dirty="0"/>
          </a:p>
          <a:p>
            <a:r>
              <a:rPr lang="en-IN" sz="600" dirty="0"/>
              <a:t>        @</a:t>
            </a:r>
            <a:r>
              <a:rPr lang="en-IN" sz="600" dirty="0" err="1"/>
              <a:t>endif</a:t>
            </a:r>
            <a:endParaRPr lang="en-IN" sz="600" dirty="0"/>
          </a:p>
          <a:p>
            <a:r>
              <a:rPr lang="en-IN" sz="600" dirty="0"/>
              <a:t>    @</a:t>
            </a:r>
            <a:r>
              <a:rPr lang="en-IN" sz="600" dirty="0" err="1"/>
              <a:t>endif</a:t>
            </a:r>
            <a:endParaRPr lang="en-IN" sz="600" dirty="0"/>
          </a:p>
          <a:p>
            <a:r>
              <a:rPr lang="en-IN" sz="600" dirty="0"/>
              <a:t>                                 &lt;!-- GIFT CARD REDEEM --&gt;</a:t>
            </a:r>
            <a:endParaRPr lang="en-IN" sz="600" dirty="0"/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developer.js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 smtClean="0"/>
              <a:t>Line: 1336 developer.js</a:t>
            </a:r>
            <a:endParaRPr lang="en-US" dirty="0" smtClean="0"/>
          </a:p>
          <a:p>
            <a:r>
              <a:rPr lang="en-IN" dirty="0"/>
              <a:t>/* GIFT CARD REDEEM*/</a:t>
            </a:r>
            <a:endParaRPr lang="en-IN" dirty="0"/>
          </a:p>
          <a:p>
            <a:r>
              <a:rPr lang="en-IN" dirty="0"/>
              <a:t>$(".</a:t>
            </a:r>
            <a:r>
              <a:rPr lang="en-IN" dirty="0" err="1"/>
              <a:t>bumzee</a:t>
            </a:r>
            <a:r>
              <a:rPr lang="en-IN" dirty="0"/>
              <a:t>-gift-card-</a:t>
            </a:r>
            <a:r>
              <a:rPr lang="en-IN" dirty="0" err="1"/>
              <a:t>fuc</a:t>
            </a:r>
            <a:r>
              <a:rPr lang="en-IN" dirty="0"/>
              <a:t> #</a:t>
            </a:r>
            <a:r>
              <a:rPr lang="en-IN" dirty="0" err="1"/>
              <a:t>GiftcardBtn</a:t>
            </a:r>
            <a:r>
              <a:rPr lang="en-IN" dirty="0"/>
              <a:t>").click(function(){ </a:t>
            </a:r>
            <a:endParaRPr lang="en-IN" dirty="0"/>
          </a:p>
          <a:p>
            <a:r>
              <a:rPr lang="en-IN" dirty="0"/>
              <a:t>    let </a:t>
            </a:r>
            <a:r>
              <a:rPr lang="en-IN" dirty="0" err="1"/>
              <a:t>giftcardcode</a:t>
            </a:r>
            <a:r>
              <a:rPr lang="en-IN" dirty="0"/>
              <a:t> = $('.</a:t>
            </a:r>
            <a:r>
              <a:rPr lang="en-IN" dirty="0" err="1"/>
              <a:t>bumzee</a:t>
            </a:r>
            <a:r>
              <a:rPr lang="en-IN" dirty="0"/>
              <a:t>-gift-card-</a:t>
            </a:r>
            <a:r>
              <a:rPr lang="en-IN" dirty="0" err="1"/>
              <a:t>fuc</a:t>
            </a:r>
            <a:r>
              <a:rPr lang="en-IN" dirty="0"/>
              <a:t> #</a:t>
            </a:r>
            <a:r>
              <a:rPr lang="en-IN" dirty="0" err="1"/>
              <a:t>giftcardcode</a:t>
            </a:r>
            <a:r>
              <a:rPr lang="en-IN" dirty="0"/>
              <a:t>').</a:t>
            </a:r>
            <a:r>
              <a:rPr lang="en-IN" dirty="0" err="1"/>
              <a:t>val</a:t>
            </a:r>
            <a:r>
              <a:rPr lang="en-IN" dirty="0"/>
              <a:t>();</a:t>
            </a:r>
            <a:endParaRPr lang="en-IN" dirty="0"/>
          </a:p>
          <a:p>
            <a:r>
              <a:rPr lang="en-IN" dirty="0"/>
              <a:t>    console.log(</a:t>
            </a:r>
            <a:r>
              <a:rPr lang="en-IN" dirty="0" err="1"/>
              <a:t>giftcardcode</a:t>
            </a:r>
            <a:r>
              <a:rPr lang="en-IN" dirty="0"/>
              <a:t> );</a:t>
            </a:r>
            <a:endParaRPr lang="en-IN" dirty="0"/>
          </a:p>
          <a:p>
            <a:r>
              <a:rPr lang="en-IN" dirty="0"/>
              <a:t>    $.ajax({</a:t>
            </a:r>
            <a:endParaRPr lang="en-IN" dirty="0"/>
          </a:p>
          <a:p>
            <a:r>
              <a:rPr lang="en-IN" dirty="0"/>
              <a:t>        headers: {</a:t>
            </a:r>
            <a:endParaRPr lang="en-IN" dirty="0"/>
          </a:p>
          <a:p>
            <a:r>
              <a:rPr lang="en-IN" dirty="0"/>
              <a:t>            'X-CSRF-TOKEN': $('meta[name="</a:t>
            </a:r>
            <a:r>
              <a:rPr lang="en-IN" dirty="0" err="1"/>
              <a:t>csrf</a:t>
            </a:r>
            <a:r>
              <a:rPr lang="en-IN" dirty="0"/>
              <a:t>-token"]').</a:t>
            </a:r>
            <a:r>
              <a:rPr lang="en-IN" dirty="0" err="1"/>
              <a:t>attr</a:t>
            </a:r>
            <a:r>
              <a:rPr lang="en-IN" dirty="0"/>
              <a:t>('content')</a:t>
            </a:r>
            <a:endParaRPr lang="en-IN" dirty="0"/>
          </a:p>
          <a:p>
            <a:r>
              <a:rPr lang="en-IN" dirty="0"/>
              <a:t>        },</a:t>
            </a:r>
            <a:endParaRPr lang="en-IN" dirty="0"/>
          </a:p>
          <a:p>
            <a:r>
              <a:rPr lang="en-IN" dirty="0"/>
              <a:t>        type: 'post',</a:t>
            </a:r>
            <a:endParaRPr lang="en-IN" dirty="0"/>
          </a:p>
          <a:p>
            <a:r>
              <a:rPr lang="en-IN" dirty="0"/>
              <a:t>        data: { </a:t>
            </a:r>
            <a:r>
              <a:rPr lang="en-IN" dirty="0" err="1"/>
              <a:t>giftcardcode</a:t>
            </a:r>
            <a:r>
              <a:rPr lang="en-IN" dirty="0"/>
              <a:t>: </a:t>
            </a:r>
            <a:r>
              <a:rPr lang="en-IN" dirty="0" err="1"/>
              <a:t>giftcardcode</a:t>
            </a:r>
            <a:r>
              <a:rPr lang="en-IN" dirty="0"/>
              <a:t> },</a:t>
            </a:r>
            <a:endParaRPr lang="en-IN" dirty="0"/>
          </a:p>
          <a:p>
            <a:r>
              <a:rPr lang="en-IN" dirty="0"/>
              <a:t>        url: '/redeem-gift-card',</a:t>
            </a:r>
            <a:endParaRPr lang="en-IN" dirty="0"/>
          </a:p>
          <a:p>
            <a:r>
              <a:rPr lang="en-IN" dirty="0"/>
              <a:t>        </a:t>
            </a:r>
            <a:r>
              <a:rPr lang="en-IN" dirty="0" err="1"/>
              <a:t>complete:function</a:t>
            </a:r>
            <a:r>
              <a:rPr lang="en-IN" dirty="0"/>
              <a:t>(){</a:t>
            </a:r>
            <a:endParaRPr lang="en-IN" dirty="0"/>
          </a:p>
          <a:p>
            <a:r>
              <a:rPr lang="en-IN" dirty="0"/>
              <a:t>            console.log('It\'s completed.');</a:t>
            </a:r>
            <a:endParaRPr lang="en-IN" dirty="0"/>
          </a:p>
          <a:p>
            <a:r>
              <a:rPr lang="en-IN" dirty="0"/>
              <a:t>        },</a:t>
            </a:r>
            <a:endParaRPr lang="en-IN" dirty="0"/>
          </a:p>
          <a:p>
            <a:r>
              <a:rPr lang="en-IN" dirty="0"/>
              <a:t>        success: function(</a:t>
            </a:r>
            <a:r>
              <a:rPr lang="en-IN" dirty="0" err="1"/>
              <a:t>resp</a:t>
            </a:r>
            <a:r>
              <a:rPr lang="en-IN" dirty="0"/>
              <a:t>){</a:t>
            </a:r>
            <a:endParaRPr lang="en-IN" dirty="0"/>
          </a:p>
          <a:p>
            <a:r>
              <a:rPr lang="en-IN" dirty="0"/>
              <a:t>            console.log(</a:t>
            </a:r>
            <a:r>
              <a:rPr lang="en-IN" dirty="0" err="1"/>
              <a:t>resp</a:t>
            </a:r>
            <a:r>
              <a:rPr lang="en-IN" dirty="0"/>
              <a:t>);</a:t>
            </a:r>
            <a:endParaRPr lang="en-IN" dirty="0"/>
          </a:p>
          <a:p>
            <a:r>
              <a:rPr lang="en-IN" dirty="0"/>
              <a:t>        },</a:t>
            </a:r>
            <a:endParaRPr lang="en-IN" dirty="0"/>
          </a:p>
          <a:p>
            <a:r>
              <a:rPr lang="en-IN" dirty="0"/>
              <a:t>    });        </a:t>
            </a:r>
            <a:endParaRPr lang="en-IN" dirty="0"/>
          </a:p>
          <a:p>
            <a:r>
              <a:rPr lang="en-IN" dirty="0"/>
              <a:t>});</a:t>
            </a:r>
            <a:endParaRPr lang="en-IN" dirty="0"/>
          </a:p>
          <a:p>
            <a:r>
              <a:rPr lang="en-IN" dirty="0"/>
              <a:t>/* GIFT CARD REDEEM*/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Line 220 and 226: </a:t>
            </a:r>
            <a:r>
              <a:rPr lang="en-IN" dirty="0"/>
              <a:t>@if( Session::has('</a:t>
            </a:r>
            <a:r>
              <a:rPr lang="en-IN" dirty="0" err="1"/>
              <a:t>redeem_giftcard</a:t>
            </a:r>
            <a:r>
              <a:rPr lang="en-IN" dirty="0"/>
              <a:t>') )</a:t>
            </a:r>
            <a:endParaRPr lang="en-IN" dirty="0"/>
          </a:p>
          <a:p>
            <a:pPr marL="0" indent="0">
              <a:buNone/>
            </a:pPr>
            <a:r>
              <a:rPr lang="en-US" dirty="0" smtClean="0"/>
              <a:t>condition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CART.PHP MODELS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 smtClean="0"/>
              <a:t>Line: </a:t>
            </a:r>
            <a:r>
              <a:rPr lang="en-US" sz="1200" b="1" dirty="0" smtClean="0"/>
              <a:t>278 to 285</a:t>
            </a:r>
            <a:endParaRPr lang="en-IN" sz="1200" b="1" dirty="0" smtClean="0"/>
          </a:p>
          <a:p>
            <a:pPr marL="0" indent="0">
              <a:buNone/>
            </a:pPr>
            <a:r>
              <a:rPr lang="en-IN" sz="1200" dirty="0"/>
              <a:t>   /* GIFT CARD CONDITIONS 04-02-25 $subtotal = </a:t>
            </a:r>
            <a:r>
              <a:rPr lang="en-IN" sz="1200" dirty="0" err="1"/>
              <a:t>array_sum</a:t>
            </a:r>
            <a:r>
              <a:rPr lang="en-IN" sz="1200" dirty="0"/>
              <a:t>($</a:t>
            </a:r>
            <a:r>
              <a:rPr lang="en-IN" sz="1200" dirty="0" err="1"/>
              <a:t>priceArr</a:t>
            </a:r>
            <a:r>
              <a:rPr lang="en-IN" sz="1200" dirty="0"/>
              <a:t>);  WRAPPED THIS CONDITIONS INTO THE IF STATEMENT. */</a:t>
            </a:r>
            <a:endParaRPr lang="en-IN" sz="1200" dirty="0"/>
          </a:p>
          <a:p>
            <a:pPr marL="0" indent="0">
              <a:buNone/>
            </a:pPr>
            <a:r>
              <a:rPr lang="en-IN" sz="1200" dirty="0"/>
              <a:t>        </a:t>
            </a:r>
            <a:endParaRPr lang="en-IN" sz="1200" dirty="0"/>
          </a:p>
          <a:p>
            <a:pPr marL="0" indent="0">
              <a:buNone/>
            </a:pPr>
            <a:r>
              <a:rPr lang="en-IN" sz="1200" dirty="0"/>
              <a:t>        if(Session::has('</a:t>
            </a:r>
            <a:r>
              <a:rPr lang="en-IN" sz="1200" dirty="0" err="1"/>
              <a:t>redeem_giftcard</a:t>
            </a:r>
            <a:r>
              <a:rPr lang="en-IN" sz="1200" dirty="0"/>
              <a:t>') &amp;&amp; Session::has('</a:t>
            </a:r>
            <a:r>
              <a:rPr lang="en-IN" sz="1200" dirty="0" err="1"/>
              <a:t>redeem_giftcard_price</a:t>
            </a:r>
            <a:r>
              <a:rPr lang="en-IN" sz="1200" dirty="0"/>
              <a:t>') ){</a:t>
            </a:r>
            <a:endParaRPr lang="en-IN" sz="1200" dirty="0"/>
          </a:p>
          <a:p>
            <a:pPr marL="0" indent="0">
              <a:buNone/>
            </a:pPr>
            <a:r>
              <a:rPr lang="en-IN" sz="1200" dirty="0"/>
              <a:t>            $subtotal = </a:t>
            </a:r>
            <a:r>
              <a:rPr lang="en-IN" sz="1200" dirty="0" err="1"/>
              <a:t>array_sum</a:t>
            </a:r>
            <a:r>
              <a:rPr lang="en-IN" sz="1200" dirty="0"/>
              <a:t>($</a:t>
            </a:r>
            <a:r>
              <a:rPr lang="en-IN" sz="1200" dirty="0" err="1"/>
              <a:t>priceArr</a:t>
            </a:r>
            <a:r>
              <a:rPr lang="en-IN" sz="1200" dirty="0"/>
              <a:t>) - Session::get('</a:t>
            </a:r>
            <a:r>
              <a:rPr lang="en-IN" sz="1200" dirty="0" err="1"/>
              <a:t>redeem_giftcard_price</a:t>
            </a:r>
            <a:r>
              <a:rPr lang="en-IN" sz="1200" dirty="0"/>
              <a:t>');            </a:t>
            </a:r>
            <a:endParaRPr lang="en-IN" sz="1200" dirty="0"/>
          </a:p>
          <a:p>
            <a:pPr marL="0" indent="0">
              <a:buNone/>
            </a:pPr>
            <a:r>
              <a:rPr lang="en-IN" sz="1200" dirty="0"/>
              <a:t>        }else{</a:t>
            </a:r>
            <a:endParaRPr lang="en-IN" sz="1200" dirty="0"/>
          </a:p>
          <a:p>
            <a:pPr marL="0" indent="0">
              <a:buNone/>
            </a:pPr>
            <a:r>
              <a:rPr lang="en-IN" sz="1200" dirty="0"/>
              <a:t>            $subtotal = </a:t>
            </a:r>
            <a:r>
              <a:rPr lang="en-IN" sz="1200" dirty="0" err="1"/>
              <a:t>array_sum</a:t>
            </a:r>
            <a:r>
              <a:rPr lang="en-IN" sz="1200" dirty="0"/>
              <a:t>($</a:t>
            </a:r>
            <a:r>
              <a:rPr lang="en-IN" sz="1200" dirty="0" err="1"/>
              <a:t>priceArr</a:t>
            </a:r>
            <a:r>
              <a:rPr lang="en-IN" sz="1200" dirty="0"/>
              <a:t>);</a:t>
            </a:r>
            <a:endParaRPr lang="en-IN" sz="1200" dirty="0"/>
          </a:p>
          <a:p>
            <a:pPr marL="0" indent="0">
              <a:buNone/>
            </a:pPr>
            <a:r>
              <a:rPr lang="en-IN" sz="1200" dirty="0"/>
              <a:t>        }</a:t>
            </a:r>
            <a:endParaRPr lang="en-IN" sz="1200" dirty="0"/>
          </a:p>
          <a:p>
            <a:pPr marL="0" indent="0">
              <a:buNone/>
            </a:pPr>
            <a:r>
              <a:rPr lang="en-IN" sz="1200" dirty="0"/>
              <a:t>        /* GIFT CARD CONDITIONS 04-02-25 $subtotal = </a:t>
            </a:r>
            <a:r>
              <a:rPr lang="en-IN" sz="1200" dirty="0" err="1"/>
              <a:t>array_sum</a:t>
            </a:r>
            <a:r>
              <a:rPr lang="en-IN" sz="1200" dirty="0"/>
              <a:t>($</a:t>
            </a:r>
            <a:r>
              <a:rPr lang="en-IN" sz="1200" dirty="0" err="1"/>
              <a:t>priceArr</a:t>
            </a:r>
            <a:r>
              <a:rPr lang="en-IN" sz="1200" dirty="0"/>
              <a:t>);  WRAPPED THIS CONDITIONS INTO THE IF STATEMENT. */</a:t>
            </a:r>
            <a:endParaRPr lang="en-IN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Productcontroller.php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b="1" dirty="0" smtClean="0"/>
              <a:t>Line 1482 to 1486:</a:t>
            </a:r>
            <a:endParaRPr lang="en-IN" sz="1200" b="1" dirty="0" smtClean="0"/>
          </a:p>
          <a:p>
            <a:pPr marL="0" indent="0">
              <a:buNone/>
            </a:pPr>
            <a:r>
              <a:rPr lang="en-IN" sz="1200" dirty="0" smtClean="0"/>
              <a:t>/* </a:t>
            </a:r>
            <a:r>
              <a:rPr lang="en-IN" sz="1200" dirty="0"/>
              <a:t>GIFT CARD CONDITIONS 04-02-25 $subtotal = </a:t>
            </a:r>
            <a:r>
              <a:rPr lang="en-IN" sz="1200" dirty="0" err="1"/>
              <a:t>array_sum</a:t>
            </a:r>
            <a:r>
              <a:rPr lang="en-IN" sz="1200" dirty="0"/>
              <a:t>($</a:t>
            </a:r>
            <a:r>
              <a:rPr lang="en-IN" sz="1200" dirty="0" err="1"/>
              <a:t>priceArr</a:t>
            </a:r>
            <a:r>
              <a:rPr lang="en-IN" sz="1200" dirty="0"/>
              <a:t>);  WRAPPED THIS CONDITIONS INTO THE IF STATEMENT. */</a:t>
            </a:r>
            <a:endParaRPr lang="en-IN" sz="1200" dirty="0"/>
          </a:p>
          <a:p>
            <a:pPr marL="0" indent="0">
              <a:buNone/>
            </a:pPr>
            <a:r>
              <a:rPr lang="en-IN" sz="1200" dirty="0"/>
              <a:t>            if(Session::has('</a:t>
            </a:r>
            <a:r>
              <a:rPr lang="en-IN" sz="1200" dirty="0" err="1"/>
              <a:t>redeem_giftcard_price</a:t>
            </a:r>
            <a:r>
              <a:rPr lang="en-IN" sz="1200" dirty="0"/>
              <a:t>')){</a:t>
            </a:r>
            <a:endParaRPr lang="en-IN" sz="1200" dirty="0"/>
          </a:p>
          <a:p>
            <a:pPr marL="0" indent="0">
              <a:buNone/>
            </a:pPr>
            <a:r>
              <a:rPr lang="en-IN" sz="1200" dirty="0"/>
              <a:t>                $</a:t>
            </a:r>
            <a:r>
              <a:rPr lang="en-IN" sz="1200" dirty="0" err="1"/>
              <a:t>cartDetails</a:t>
            </a:r>
            <a:r>
              <a:rPr lang="en-IN" sz="1200" dirty="0"/>
              <a:t>['</a:t>
            </a:r>
            <a:r>
              <a:rPr lang="en-IN" sz="1200" dirty="0" err="1"/>
              <a:t>grandtotal</a:t>
            </a:r>
            <a:r>
              <a:rPr lang="en-IN" sz="1200" dirty="0"/>
              <a:t>'] = $</a:t>
            </a:r>
            <a:r>
              <a:rPr lang="en-IN" sz="1200" dirty="0" err="1"/>
              <a:t>cartDetails</a:t>
            </a:r>
            <a:r>
              <a:rPr lang="en-IN" sz="1200" dirty="0"/>
              <a:t>['</a:t>
            </a:r>
            <a:r>
              <a:rPr lang="en-IN" sz="1200" dirty="0" err="1"/>
              <a:t>grandtotal</a:t>
            </a:r>
            <a:r>
              <a:rPr lang="en-IN" sz="1200" dirty="0"/>
              <a:t>'] - Session::get('</a:t>
            </a:r>
            <a:r>
              <a:rPr lang="en-IN" sz="1200" dirty="0" err="1"/>
              <a:t>redeem_giftcard_price</a:t>
            </a:r>
            <a:r>
              <a:rPr lang="en-IN" sz="1200" dirty="0"/>
              <a:t>');</a:t>
            </a:r>
            <a:endParaRPr lang="en-IN" sz="1200" dirty="0"/>
          </a:p>
          <a:p>
            <a:pPr marL="0" indent="0">
              <a:buNone/>
            </a:pPr>
            <a:r>
              <a:rPr lang="en-IN" sz="1200" dirty="0"/>
              <a:t>            }</a:t>
            </a:r>
            <a:endParaRPr lang="en-IN" sz="1200" dirty="0"/>
          </a:p>
          <a:p>
            <a:pPr marL="0" indent="0">
              <a:buNone/>
            </a:pPr>
            <a:r>
              <a:rPr lang="en-IN" sz="1200" dirty="0" smtClean="0"/>
              <a:t>/* </a:t>
            </a:r>
            <a:r>
              <a:rPr lang="en-IN" sz="1200" dirty="0"/>
              <a:t>GIFT CARD CONDITIONS 04-02-25 $subtotal = </a:t>
            </a:r>
            <a:r>
              <a:rPr lang="en-IN" sz="1200" dirty="0" err="1"/>
              <a:t>array_sum</a:t>
            </a:r>
            <a:r>
              <a:rPr lang="en-IN" sz="1200" dirty="0"/>
              <a:t>($</a:t>
            </a:r>
            <a:r>
              <a:rPr lang="en-IN" sz="1200" dirty="0" err="1"/>
              <a:t>priceArr</a:t>
            </a:r>
            <a:r>
              <a:rPr lang="en-IN" sz="1200" dirty="0"/>
              <a:t>);  WRAPPED THIS CONDITIONS INTO THE IF STATEMENT. */</a:t>
            </a:r>
            <a:endParaRPr lang="en-IN" sz="1200" dirty="0"/>
          </a:p>
          <a:p>
            <a:pPr marL="0" indent="0">
              <a:buNone/>
            </a:pPr>
            <a:endParaRPr lang="en-IN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/>
              <a:t>	</a:t>
            </a:r>
            <a:r>
              <a:rPr lang="en-US" altLang="en-IN">
                <a:sym typeface="+mn-ea"/>
              </a:rPr>
              <a:t>PRODUCTCONTROLLER.PHP</a:t>
            </a:r>
            <a:endParaRPr lang="en-US" alt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0000"/>
          </a:bodyPr>
          <a:lstStyle/>
          <a:p>
            <a:pPr marL="0" indent="0">
              <a:buNone/>
            </a:pPr>
            <a:r>
              <a:rPr lang="en-US" altLang="en-IN"/>
              <a:t>LINE 1534: PRODUCTCONTROLLER.PHP</a:t>
            </a:r>
            <a:endParaRPr lang="en-US" altLang="en-IN"/>
          </a:p>
          <a:p>
            <a:pPr marL="0" indent="0">
              <a:buNone/>
            </a:pPr>
            <a:r>
              <a:rPr lang="en-US" altLang="en-IN" b="1"/>
              <a:t>ORIGINAL CONDITION</a:t>
            </a:r>
            <a:r>
              <a:rPr lang="en-US" altLang="en-IN"/>
              <a:t>: </a:t>
            </a:r>
            <a:r>
              <a:rPr lang="en-US" altLang="en-US"/>
              <a:t>$orderArray = array('user_id'=&gt;Auth::user()-&gt;id,'user_type'=&gt;Auth::user()-&gt;user_type,'payment_method'=&gt;$data['paymentMode'],'coupon_code'=&gt; $cartDetails['couponcode'],'coupon_discount'=&gt;round($coupon_discount),'shipping_charges'=&gt;round($shipping_charges),'cod_charges'=&gt;round($cod_charges),'subtotal'=&gt;round($cartDetails['subtotal']),'grand_total'=&gt;round($cartDetails['grandtotal']),'payment_status'=&gt;$paymentStatus,'order_status'=&gt;$orderstatus,'comments'=&gt;$data['comments'],'ip_address'=&gt;$_SERVER['REMOTE_ADDR'],'gst'=&gt;$gst['totalTax'],'donation_amount'=&gt;Session::get('donation_amount')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/* GIFT CARD UPDATE QUERY START */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if( round($cartDetails['grandtotal']) != 0 ){               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/* ORIGINILA QUERY  */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$orderArray = array('user_id'=&gt;Auth::user()-&gt;id,'user_type'=&gt;Auth::user()-&gt;user_type,'payment_method'=&gt;$data['paymentMode'],'coupon_code'=&gt; $cartDetails['couponcode'],'coupon_discount'=&gt;round($coupon_discount),'shipping_charges'=&gt;round($shipping_charges),'cod_charges'=&gt;round($cod_charges),'subtotal'=&gt;round($cartDetails['subtotal']),'grand_total'=&gt;round($cartDetails['grandtotal']),'payment_status'=&gt;$paymentStatus,'order_status'=&gt;$orderstatus,'comments'=&gt;$data['comments'],'ip_address'=&gt;$_SERVER['REMOTE_ADDR'],'gst'=&gt;$gst['totalTax'],'donation_amount'=&gt;Session::get('donation_amount')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}else{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/* GIFT CARD UPDATE QUERY */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$orderArray = array('user_id'=&gt;Auth::user()-&gt;id,'user_type'=&gt;Auth::user()-&gt;user_type,'payment_method'=&gt;$data['paymentMode'],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'coupon_code'=&gt; $cartDetails['couponcode'],'coupon_discount'=&gt;round($coupon_discount),'shipping_charges'=&gt;round($shipping_charges),'cod_charges'=&gt;round($cod_charges),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'subtotal'=&gt;round($cartDetails['subtotal']),'grand_total'=&gt;round($cartDetails['my_grandtotal']),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'payment_status'=&gt;$paymentStatus,'order_status'=&gt;$orderstatus,'comments'=&gt;$data['comments'],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'ip_address'=&gt;$_SERVER['REMOTE_ADDR'],'gst'=&gt;$gst['totalTax'],'donation_amount'=&gt;Session::get('donation_amount'));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}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/* GIFT CARD UPDATE QUERY END */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IN"/>
              <a:t>1591: CONDITION:</a:t>
            </a:r>
            <a:endParaRPr lang="en-US" altLang="en-IN"/>
          </a:p>
          <a:p>
            <a:r>
              <a:rPr lang="en-US" altLang="en-US"/>
              <a:t> if( Session::has('redeem_giftcard_price') ){ }ELSE{}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/>
              <a:t>column added in orders table</a:t>
            </a:r>
            <a:endParaRPr lang="en-US" alt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giftcardamount varchar(150)</a:t>
            </a:r>
            <a:endParaRPr lang="en-US" altLang="en-US"/>
          </a:p>
          <a:p>
            <a:r>
              <a:rPr lang="en-US" altLang="en-US"/>
              <a:t>giftcardcode </a:t>
            </a:r>
            <a:r>
              <a:rPr lang="en-US" altLang="en-US">
                <a:sym typeface="+mn-ea"/>
              </a:rPr>
              <a:t>varchar(150)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4917</Words>
  <Application>WPS Presentation</Application>
  <PresentationFormat>Widescreen</PresentationFormat>
  <Paragraphs>101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Gift Card Checkout Logic</vt:lpstr>
      <vt:lpstr>Checkout.blade.php</vt:lpstr>
      <vt:lpstr>developer.js</vt:lpstr>
      <vt:lpstr>PowerPoint 演示文稿</vt:lpstr>
      <vt:lpstr>CART.PHP MODELS</vt:lpstr>
      <vt:lpstr>Productcontroller.php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Gift Card Checkout Logic</dc:title>
  <dc:creator>Laxman</dc:creator>
  <cp:lastModifiedBy>Laxman Kendre</cp:lastModifiedBy>
  <cp:revision>24</cp:revision>
  <dcterms:created xsi:type="dcterms:W3CDTF">2025-02-04T05:55:00Z</dcterms:created>
  <dcterms:modified xsi:type="dcterms:W3CDTF">2025-02-05T11:38:50Z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32FE894A56A8462DBC8B406E152A4B1A_12</vt:lpwstr>
  </property>
  <property fmtid="{D5CDD505-2E9C-101B-9397-08002B2CF9AE}" pid="3" name="KSOProductBuildVer">
    <vt:lpwstr>1033-12.2.0.19805</vt:lpwstr>
  </property>
</Properties>
</file>