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60" r:id="rId6"/>
    <p:sldId id="261" r:id="rId7"/>
    <p:sldId id="262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-984" y="-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6D4F-9139-4263-A7C3-03C3E58ADA5F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81B0-B03F-4E86-8BB0-D43F9923F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392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6D4F-9139-4263-A7C3-03C3E58ADA5F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81B0-B03F-4E86-8BB0-D43F9923F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414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6D4F-9139-4263-A7C3-03C3E58ADA5F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81B0-B03F-4E86-8BB0-D43F9923F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800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6D4F-9139-4263-A7C3-03C3E58ADA5F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81B0-B03F-4E86-8BB0-D43F9923F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355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6D4F-9139-4263-A7C3-03C3E58ADA5F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81B0-B03F-4E86-8BB0-D43F9923F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641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6D4F-9139-4263-A7C3-03C3E58ADA5F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81B0-B03F-4E86-8BB0-D43F9923F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25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6D4F-9139-4263-A7C3-03C3E58ADA5F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81B0-B03F-4E86-8BB0-D43F9923F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574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6D4F-9139-4263-A7C3-03C3E58ADA5F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81B0-B03F-4E86-8BB0-D43F9923F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829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6D4F-9139-4263-A7C3-03C3E58ADA5F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81B0-B03F-4E86-8BB0-D43F9923F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879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6D4F-9139-4263-A7C3-03C3E58ADA5F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81B0-B03F-4E86-8BB0-D43F9923F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880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6D4F-9139-4263-A7C3-03C3E58ADA5F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81B0-B03F-4E86-8BB0-D43F9923F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912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E6D4F-9139-4263-A7C3-03C3E58ADA5F}" type="datetimeFigureOut">
              <a:rPr lang="en-IN" smtClean="0"/>
              <a:t>23-09-2024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281B0-B03F-4E86-8BB0-D43F9923F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610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087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1475"/>
            <a:ext cx="10515600" cy="1325563"/>
          </a:xfrm>
        </p:spPr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471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AbastractUser</a:t>
            </a:r>
            <a:r>
              <a:rPr lang="en-US" dirty="0" smtClean="0"/>
              <a:t> and </a:t>
            </a:r>
            <a:r>
              <a:rPr lang="en-US" dirty="0" err="1" smtClean="0"/>
              <a:t>AbstractBaseuser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2342" y="1825625"/>
            <a:ext cx="746731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9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322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052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08999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438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893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795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3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AbastractUser and AbstractBaseuser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Laxman</dc:creator>
  <cp:lastModifiedBy>Laxman</cp:lastModifiedBy>
  <cp:revision>6</cp:revision>
  <dcterms:created xsi:type="dcterms:W3CDTF">2024-09-23T10:47:22Z</dcterms:created>
  <dcterms:modified xsi:type="dcterms:W3CDTF">2024-09-23T13:20:44Z</dcterms:modified>
</cp:coreProperties>
</file>