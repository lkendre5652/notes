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41" autoAdjust="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 err="1" smtClean="0">
                <a:solidFill>
                  <a:schemeClr val="bg1"/>
                </a:solidFill>
              </a:rPr>
              <a:t>Cron</a:t>
            </a:r>
            <a:r>
              <a:rPr lang="en-US" sz="4800" dirty="0" smtClean="0">
                <a:solidFill>
                  <a:schemeClr val="bg1"/>
                </a:solidFill>
              </a:rPr>
              <a:t> job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the </a:t>
            </a:r>
            <a:r>
              <a:rPr lang="en-IN" dirty="0" err="1"/>
              <a:t>Mailable</a:t>
            </a:r>
            <a:r>
              <a:rPr lang="en-IN" dirty="0"/>
              <a:t> Class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4072087"/>
            <a:ext cx="421140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the command to create 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Mailable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solidFill>
                  <a:schemeClr val="tx1"/>
                </a:solidFill>
                <a:latin typeface="Arial Unicode MS"/>
              </a:rPr>
              <a:t>php</a:t>
            </a:r>
            <a:r>
              <a:rPr lang="en-US" altLang="en-US" sz="1000" dirty="0">
                <a:solidFill>
                  <a:schemeClr val="tx1"/>
                </a:solidFill>
                <a:latin typeface="Arial Unicode MS"/>
              </a:rPr>
              <a:t> artisan </a:t>
            </a:r>
            <a:r>
              <a:rPr lang="en-US" altLang="en-US" sz="1000" dirty="0" err="1">
                <a:solidFill>
                  <a:schemeClr val="tx1"/>
                </a:solidFill>
                <a:latin typeface="Arial Unicode MS"/>
              </a:rPr>
              <a:t>make:job</a:t>
            </a:r>
            <a:r>
              <a:rPr lang="en-US" altLang="en-US" sz="1000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1000" dirty="0" err="1">
                <a:solidFill>
                  <a:schemeClr val="tx1"/>
                </a:solidFill>
                <a:latin typeface="Arial Unicode MS"/>
              </a:rPr>
              <a:t>PrintHiJob</a:t>
            </a:r>
            <a:endParaRPr lang="en-US" altLang="en-US" sz="1000" dirty="0">
              <a:solidFill>
                <a:schemeClr val="tx1"/>
              </a:solidFill>
              <a:latin typeface="Arial Unicode MS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000" dirty="0"/>
              <a:t>app/Jobs/</a:t>
            </a:r>
            <a:r>
              <a:rPr lang="en-IN" sz="1000" dirty="0" err="1"/>
              <a:t>PrintHiJob.php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98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&lt;?</a:t>
            </a:r>
            <a:r>
              <a:rPr lang="en-IN" dirty="0" err="1" smtClean="0"/>
              <a:t>php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namespace App\Jobs</a:t>
            </a:r>
            <a:r>
              <a:rPr lang="en-IN" dirty="0" smtClean="0"/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use </a:t>
            </a:r>
            <a:r>
              <a:rPr lang="en-IN" dirty="0" smtClean="0"/>
              <a:t>Illuminate\Contracts\Queue\</a:t>
            </a:r>
            <a:r>
              <a:rPr lang="en-IN" dirty="0" err="1" smtClean="0"/>
              <a:t>ShouldQueue</a:t>
            </a:r>
            <a:r>
              <a:rPr lang="en-IN" dirty="0" smtClean="0"/>
              <a:t>;</a:t>
            </a:r>
          </a:p>
          <a:p>
            <a:r>
              <a:rPr lang="en-IN" dirty="0" smtClean="0"/>
              <a:t>use </a:t>
            </a:r>
            <a:r>
              <a:rPr lang="en-IN" dirty="0"/>
              <a:t>Illuminate\Foundation\Queue\</a:t>
            </a:r>
            <a:r>
              <a:rPr lang="en-IN" dirty="0" err="1"/>
              <a:t>Queueable</a:t>
            </a:r>
            <a:r>
              <a:rPr lang="en-IN" dirty="0"/>
              <a:t>;</a:t>
            </a:r>
          </a:p>
          <a:p>
            <a:r>
              <a:rPr lang="en-IN" dirty="0"/>
              <a:t>use Illuminate\Support\Facades\Mail;</a:t>
            </a:r>
          </a:p>
          <a:p>
            <a:r>
              <a:rPr lang="en-IN" dirty="0"/>
              <a:t>class </a:t>
            </a:r>
            <a:r>
              <a:rPr lang="en-IN" dirty="0" err="1"/>
              <a:t>PrintHiJob</a:t>
            </a:r>
            <a:r>
              <a:rPr lang="en-IN" dirty="0"/>
              <a:t> implements </a:t>
            </a:r>
            <a:r>
              <a:rPr lang="en-IN" dirty="0" err="1"/>
              <a:t>ShouldQueue</a:t>
            </a:r>
            <a:endParaRPr lang="en-IN" dirty="0"/>
          </a:p>
          <a:p>
            <a:r>
              <a:rPr lang="en-IN" dirty="0" smtClean="0"/>
              <a:t>{</a:t>
            </a:r>
            <a:r>
              <a:rPr lang="en-IN" dirty="0"/>
              <a:t>    use </a:t>
            </a:r>
            <a:r>
              <a:rPr lang="en-IN" dirty="0" err="1"/>
              <a:t>Queueable</a:t>
            </a:r>
            <a:r>
              <a:rPr lang="en-IN" dirty="0" smtClean="0"/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</a:t>
            </a:r>
            <a:r>
              <a:rPr lang="en-IN" dirty="0" smtClean="0"/>
              <a:t>/**</a:t>
            </a:r>
          </a:p>
          <a:p>
            <a:r>
              <a:rPr lang="en-IN" sz="3600" dirty="0"/>
              <a:t>     * Create a new job instance</a:t>
            </a:r>
            <a:r>
              <a:rPr lang="en-IN" sz="3600" dirty="0" smtClean="0"/>
              <a:t>.</a:t>
            </a:r>
            <a:r>
              <a:rPr lang="en-IN" sz="3600" dirty="0"/>
              <a:t>     </a:t>
            </a:r>
            <a:r>
              <a:rPr lang="en-IN" sz="3600" dirty="0" smtClean="0"/>
              <a:t>*/</a:t>
            </a:r>
          </a:p>
          <a:p>
            <a:r>
              <a:rPr lang="en-IN" sz="3600" dirty="0"/>
              <a:t>    public function __construct()</a:t>
            </a:r>
          </a:p>
          <a:p>
            <a:r>
              <a:rPr lang="en-IN" dirty="0"/>
              <a:t>    {</a:t>
            </a:r>
          </a:p>
          <a:p>
            <a:r>
              <a:rPr lang="en-IN" dirty="0"/>
              <a:t>        //</a:t>
            </a:r>
          </a:p>
          <a:p>
            <a:r>
              <a:rPr lang="en-IN" dirty="0"/>
              <a:t>    }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/**</a:t>
            </a:r>
          </a:p>
          <a:p>
            <a:r>
              <a:rPr lang="en-IN" dirty="0"/>
              <a:t>     * Execute the job.</a:t>
            </a:r>
          </a:p>
          <a:p>
            <a:r>
              <a:rPr lang="en-IN" dirty="0"/>
              <a:t>     */</a:t>
            </a:r>
          </a:p>
          <a:p>
            <a:r>
              <a:rPr lang="en-IN" dirty="0"/>
              <a:t>    public function handle(): void</a:t>
            </a:r>
          </a:p>
          <a:p>
            <a:r>
              <a:rPr lang="en-IN" dirty="0"/>
              <a:t>    {</a:t>
            </a:r>
          </a:p>
          <a:p>
            <a:r>
              <a:rPr lang="en-IN" dirty="0"/>
              <a:t>        //</a:t>
            </a:r>
          </a:p>
          <a:p>
            <a:r>
              <a:rPr lang="en-IN" dirty="0"/>
              <a:t>        // \Log::info('Hi');</a:t>
            </a:r>
          </a:p>
          <a:p>
            <a:r>
              <a:rPr lang="en-IN" dirty="0"/>
              <a:t>        $data = array( 'name' =&gt; "Laxman Kendre" );</a:t>
            </a:r>
          </a:p>
          <a:p>
            <a:r>
              <a:rPr lang="en-IN" dirty="0"/>
              <a:t>        $res = Mail::send('</a:t>
            </a:r>
            <a:r>
              <a:rPr lang="en-IN" dirty="0" err="1"/>
              <a:t>wc</a:t>
            </a:r>
            <a:r>
              <a:rPr lang="en-IN" dirty="0"/>
              <a:t>', $data, function($</a:t>
            </a:r>
            <a:r>
              <a:rPr lang="en-IN" dirty="0" err="1"/>
              <a:t>msg</a:t>
            </a:r>
            <a:r>
              <a:rPr lang="en-IN" dirty="0"/>
              <a:t>) {</a:t>
            </a:r>
          </a:p>
          <a:p>
            <a:r>
              <a:rPr lang="en-IN" dirty="0"/>
              <a:t>            $</a:t>
            </a:r>
            <a:r>
              <a:rPr lang="en-IN" dirty="0" err="1"/>
              <a:t>msg</a:t>
            </a:r>
            <a:r>
              <a:rPr lang="en-IN" dirty="0"/>
              <a:t>-&gt;to('laxman.kendre@ikf.co.in')</a:t>
            </a:r>
          </a:p>
          <a:p>
            <a:r>
              <a:rPr lang="en-IN" dirty="0"/>
              <a:t>                -&gt;from('laxman.kendre@ikf.co.in', '</a:t>
            </a:r>
            <a:r>
              <a:rPr lang="en-IN" dirty="0" err="1"/>
              <a:t>Cron</a:t>
            </a:r>
            <a:r>
              <a:rPr lang="en-IN" dirty="0"/>
              <a:t> Job')</a:t>
            </a:r>
          </a:p>
          <a:p>
            <a:r>
              <a:rPr lang="en-IN" dirty="0"/>
              <a:t>                -&gt;subject('This is the test mail!!');</a:t>
            </a:r>
          </a:p>
          <a:p>
            <a:r>
              <a:rPr lang="en-IN" dirty="0"/>
              <a:t>        });</a:t>
            </a:r>
          </a:p>
          <a:p>
            <a:r>
              <a:rPr lang="en-IN" dirty="0"/>
              <a:t>        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\Log::info('mail sent');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84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 the Job with a Delay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use App\Jobs\</a:t>
            </a:r>
            <a:r>
              <a:rPr lang="en-US" dirty="0" err="1"/>
              <a:t>PrintHiJob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Route::get('/print-hi', function () {</a:t>
            </a:r>
          </a:p>
          <a:p>
            <a:r>
              <a:rPr lang="en-US" dirty="0"/>
              <a:t>    // Dispatch the job to run after 1 minute</a:t>
            </a:r>
          </a:p>
          <a:p>
            <a:r>
              <a:rPr lang="en-US" dirty="0"/>
              <a:t>    </a:t>
            </a:r>
            <a:r>
              <a:rPr lang="en-US" dirty="0" err="1"/>
              <a:t>PrintHiJob</a:t>
            </a:r>
            <a:r>
              <a:rPr lang="en-US" dirty="0"/>
              <a:t>::dispatch()-&gt;delay(now()-&gt;</a:t>
            </a:r>
            <a:r>
              <a:rPr lang="en-US" dirty="0" err="1"/>
              <a:t>addMinute</a:t>
            </a:r>
            <a:r>
              <a:rPr lang="en-US" dirty="0"/>
              <a:t>());</a:t>
            </a:r>
          </a:p>
          <a:p>
            <a:endParaRPr lang="en-US" dirty="0"/>
          </a:p>
          <a:p>
            <a:r>
              <a:rPr lang="en-US" dirty="0"/>
              <a:t>    return 'Job has been scheduled to print "Hi" after 1 minute.';</a:t>
            </a:r>
          </a:p>
          <a:p>
            <a:r>
              <a:rPr lang="en-US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06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3: Configure the </a:t>
            </a:r>
            <a:r>
              <a:rPr lang="en-US" b="1" dirty="0" smtClean="0"/>
              <a:t>Queue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4087475"/>
            <a:ext cx="44230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Queue Connection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Update the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env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file: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QUEUE_CONNECTION=database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3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/>
              <a:t>php</a:t>
            </a:r>
            <a:r>
              <a:rPr lang="fr-FR" dirty="0"/>
              <a:t> artisan </a:t>
            </a:r>
            <a:r>
              <a:rPr lang="fr-FR" dirty="0" err="1"/>
              <a:t>queue:table</a:t>
            </a:r>
            <a:endParaRPr lang="fr-FR" dirty="0"/>
          </a:p>
          <a:p>
            <a:r>
              <a:rPr lang="fr-FR" dirty="0" err="1"/>
              <a:t>php</a:t>
            </a:r>
            <a:r>
              <a:rPr lang="fr-FR" dirty="0"/>
              <a:t> artisan </a:t>
            </a:r>
            <a:r>
              <a:rPr lang="fr-FR" dirty="0" err="1"/>
              <a:t>migrate</a:t>
            </a:r>
            <a:endParaRPr lang="fr-FR" dirty="0"/>
          </a:p>
          <a:p>
            <a:r>
              <a:rPr lang="en-IN" dirty="0" err="1"/>
              <a:t>php</a:t>
            </a:r>
            <a:r>
              <a:rPr lang="en-IN" dirty="0"/>
              <a:t> artisan </a:t>
            </a:r>
            <a:r>
              <a:rPr lang="en-IN" dirty="0" err="1"/>
              <a:t>queue:work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262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" name="Rectangle 19"/>
          <p:cNvSpPr>
            <a:spLocks noGrp="1" noChangeArrowheads="1"/>
          </p:cNvSpPr>
          <p:nvPr>
            <p:ph sz="quarter" idx="13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Visit the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/print-hi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route.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 1 minute.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the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 file (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storage/logs/laravel.log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for the "Hi" message.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31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37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76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375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28565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130</Words>
  <Application>Microsoft Office PowerPoint</Application>
  <PresentationFormat>Widescreen</PresentationFormat>
  <Paragraphs>53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Calibri</vt:lpstr>
      <vt:lpstr>Segoe UI</vt:lpstr>
      <vt:lpstr>Segoe UI Light</vt:lpstr>
      <vt:lpstr>WelcomeDoc</vt:lpstr>
      <vt:lpstr>Cron job</vt:lpstr>
      <vt:lpstr>Create the Mailable Class</vt:lpstr>
      <vt:lpstr>PowerPoint Presentation</vt:lpstr>
      <vt:lpstr>Dispatch the Job with a Delay</vt:lpstr>
      <vt:lpstr>Step 3: Configure the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2025-01-09T12:13:03Z</dcterms:created>
  <dcterms:modified xsi:type="dcterms:W3CDTF">2025-01-09T12:40:32Z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