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56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57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13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310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95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73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96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76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334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728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574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E9E58-16A8-4330-8020-F358107B8828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EE1EB-8A0A-46C8-B50D-ADC7FF668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4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Razorpay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https://www.youtube.com/watch?v=IRKKKgmuEy0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894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Razorpay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Razorpay</dc:title>
  <dc:creator>Laxman</dc:creator>
  <cp:lastModifiedBy>Laxman</cp:lastModifiedBy>
  <cp:revision>3</cp:revision>
  <dcterms:created xsi:type="dcterms:W3CDTF">2025-01-30T06:58:14Z</dcterms:created>
  <dcterms:modified xsi:type="dcterms:W3CDTF">2025-01-30T13:21:36Z</dcterms:modified>
</cp:coreProperties>
</file>