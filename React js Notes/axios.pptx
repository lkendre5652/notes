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axios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8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1445" y="2603500"/>
            <a:ext cx="6073422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06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Ion Boardroom</vt:lpstr>
      <vt:lpstr>axios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axios</dc:title>
  <dc:creator>Laxman</dc:creator>
  <cp:lastModifiedBy>Laxman</cp:lastModifiedBy>
  <cp:revision>3</cp:revision>
  <dcterms:created xsi:type="dcterms:W3CDTF">2025-01-16T10:37:39Z</dcterms:created>
  <dcterms:modified xsi:type="dcterms:W3CDTF">2025-01-16T10:39:35Z</dcterms:modified>
</cp:coreProperties>
</file>