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Model view set class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94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04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CRUD API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7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Only Model View Set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9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2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Urls.py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django.contrib</a:t>
            </a:r>
            <a:r>
              <a:rPr lang="en-IN" dirty="0"/>
              <a:t> import admin</a:t>
            </a:r>
          </a:p>
          <a:p>
            <a:r>
              <a:rPr lang="en-IN" dirty="0"/>
              <a:t>from </a:t>
            </a:r>
            <a:r>
              <a:rPr lang="en-IN" dirty="0" err="1"/>
              <a:t>django.urls</a:t>
            </a:r>
            <a:r>
              <a:rPr lang="en-IN" dirty="0"/>
              <a:t> import </a:t>
            </a:r>
            <a:r>
              <a:rPr lang="en-IN" dirty="0" err="1"/>
              <a:t>path,include</a:t>
            </a:r>
            <a:endParaRPr lang="en-IN" dirty="0"/>
          </a:p>
          <a:p>
            <a:r>
              <a:rPr lang="en-IN" dirty="0"/>
              <a:t>from .import views</a:t>
            </a:r>
          </a:p>
          <a:p>
            <a:r>
              <a:rPr lang="en-IN" dirty="0"/>
              <a:t>from </a:t>
            </a:r>
            <a:r>
              <a:rPr lang="en-IN" dirty="0" err="1"/>
              <a:t>rest_framework.routers</a:t>
            </a:r>
            <a:r>
              <a:rPr lang="en-IN" dirty="0"/>
              <a:t> import </a:t>
            </a:r>
            <a:r>
              <a:rPr lang="en-IN" dirty="0" err="1"/>
              <a:t>DefaultRouter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router = </a:t>
            </a:r>
            <a:r>
              <a:rPr lang="en-IN" dirty="0" err="1"/>
              <a:t>DefaultRouter</a:t>
            </a:r>
            <a:r>
              <a:rPr lang="en-IN" dirty="0"/>
              <a:t>()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 err="1"/>
              <a:t>router.register</a:t>
            </a:r>
            <a:r>
              <a:rPr lang="en-IN" dirty="0"/>
              <a:t>('location-</a:t>
            </a:r>
            <a:r>
              <a:rPr lang="en-IN" dirty="0" err="1"/>
              <a:t>api</a:t>
            </a:r>
            <a:r>
              <a:rPr lang="en-IN" dirty="0"/>
              <a:t>', </a:t>
            </a:r>
            <a:r>
              <a:rPr lang="en-IN" dirty="0" err="1"/>
              <a:t>views.getLocations</a:t>
            </a:r>
            <a:r>
              <a:rPr lang="en-IN" dirty="0"/>
              <a:t>, </a:t>
            </a:r>
            <a:r>
              <a:rPr lang="en-IN" dirty="0" err="1"/>
              <a:t>basename</a:t>
            </a:r>
            <a:r>
              <a:rPr lang="en-IN" dirty="0"/>
              <a:t>="location")</a:t>
            </a:r>
          </a:p>
          <a:p>
            <a:r>
              <a:rPr lang="en-IN" dirty="0" err="1"/>
              <a:t>router.register</a:t>
            </a:r>
            <a:r>
              <a:rPr lang="en-IN" dirty="0"/>
              <a:t>('location', </a:t>
            </a:r>
            <a:r>
              <a:rPr lang="en-IN" dirty="0" err="1"/>
              <a:t>views.Location</a:t>
            </a:r>
            <a:r>
              <a:rPr lang="en-IN" dirty="0"/>
              <a:t>, </a:t>
            </a:r>
            <a:r>
              <a:rPr lang="en-IN" dirty="0" err="1"/>
              <a:t>basename</a:t>
            </a:r>
            <a:r>
              <a:rPr lang="en-IN" dirty="0"/>
              <a:t>='go-location')</a:t>
            </a:r>
          </a:p>
          <a:p>
            <a:r>
              <a:rPr lang="en-IN" dirty="0" err="1"/>
              <a:t>router.register</a:t>
            </a:r>
            <a:r>
              <a:rPr lang="en-IN" dirty="0"/>
              <a:t>('</a:t>
            </a:r>
            <a:r>
              <a:rPr lang="en-IN" dirty="0" err="1"/>
              <a:t>readonly-locaton-api</a:t>
            </a:r>
            <a:r>
              <a:rPr lang="en-IN" dirty="0"/>
              <a:t>',</a:t>
            </a:r>
            <a:r>
              <a:rPr lang="en-IN" dirty="0" err="1"/>
              <a:t>views.ReadOnlyLocation</a:t>
            </a:r>
            <a:r>
              <a:rPr lang="en-IN" dirty="0"/>
              <a:t>, </a:t>
            </a:r>
            <a:r>
              <a:rPr lang="en-IN" dirty="0" err="1"/>
              <a:t>basename</a:t>
            </a:r>
            <a:r>
              <a:rPr lang="en-IN" dirty="0"/>
              <a:t>="</a:t>
            </a:r>
            <a:r>
              <a:rPr lang="en-IN" dirty="0" err="1"/>
              <a:t>readonly_api</a:t>
            </a:r>
            <a:r>
              <a:rPr lang="en-IN" dirty="0"/>
              <a:t>")</a:t>
            </a:r>
          </a:p>
          <a:p>
            <a:r>
              <a:rPr lang="en-IN" dirty="0" err="1"/>
              <a:t>urlpatterns</a:t>
            </a:r>
            <a:r>
              <a:rPr lang="en-IN" dirty="0"/>
              <a:t> = [</a:t>
            </a:r>
          </a:p>
          <a:p>
            <a:r>
              <a:rPr lang="en-IN" dirty="0"/>
              <a:t>    path('',</a:t>
            </a:r>
            <a:r>
              <a:rPr lang="en-IN" dirty="0" err="1"/>
              <a:t>views.getHome,name</a:t>
            </a:r>
            <a:r>
              <a:rPr lang="en-IN" dirty="0"/>
              <a:t>='service'),</a:t>
            </a:r>
          </a:p>
          <a:p>
            <a:r>
              <a:rPr lang="en-IN" dirty="0"/>
              <a:t>    path('</a:t>
            </a:r>
            <a:r>
              <a:rPr lang="en-IN" dirty="0" err="1"/>
              <a:t>api</a:t>
            </a:r>
            <a:r>
              <a:rPr lang="en-IN" dirty="0"/>
              <a:t>/',include(</a:t>
            </a:r>
            <a:r>
              <a:rPr lang="en-IN" dirty="0" err="1"/>
              <a:t>router.urls</a:t>
            </a:r>
            <a:r>
              <a:rPr lang="en-IN" dirty="0"/>
              <a:t>)),</a:t>
            </a:r>
          </a:p>
          <a:p>
            <a:r>
              <a:rPr lang="en-IN" dirty="0"/>
              <a:t>]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52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Views.py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django.shortcuts</a:t>
            </a:r>
            <a:r>
              <a:rPr lang="en-IN" dirty="0"/>
              <a:t> import render</a:t>
            </a:r>
          </a:p>
          <a:p>
            <a:r>
              <a:rPr lang="en-IN" dirty="0"/>
              <a:t>from </a:t>
            </a:r>
            <a:r>
              <a:rPr lang="en-IN" dirty="0" err="1"/>
              <a:t>django.http</a:t>
            </a:r>
            <a:r>
              <a:rPr lang="en-IN" dirty="0"/>
              <a:t> import </a:t>
            </a:r>
            <a:r>
              <a:rPr lang="en-IN" dirty="0" err="1"/>
              <a:t>HttpResponse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rest_framework.parsers</a:t>
            </a:r>
            <a:r>
              <a:rPr lang="en-IN" dirty="0"/>
              <a:t> import </a:t>
            </a:r>
            <a:r>
              <a:rPr lang="en-IN" dirty="0" err="1"/>
              <a:t>JSONParser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rest_framework.renderers</a:t>
            </a:r>
            <a:r>
              <a:rPr lang="en-IN" dirty="0"/>
              <a:t> import </a:t>
            </a:r>
            <a:r>
              <a:rPr lang="en-IN" dirty="0" err="1"/>
              <a:t>JSONRenderer</a:t>
            </a:r>
            <a:r>
              <a:rPr lang="en-IN" dirty="0"/>
              <a:t>  </a:t>
            </a:r>
          </a:p>
          <a:p>
            <a:r>
              <a:rPr lang="en-IN" dirty="0"/>
              <a:t>from .models import Location</a:t>
            </a:r>
          </a:p>
          <a:p>
            <a:r>
              <a:rPr lang="en-IN" dirty="0"/>
              <a:t>from .</a:t>
            </a:r>
            <a:r>
              <a:rPr lang="en-IN" dirty="0" err="1"/>
              <a:t>serializer</a:t>
            </a:r>
            <a:r>
              <a:rPr lang="en-IN" dirty="0"/>
              <a:t> import </a:t>
            </a:r>
            <a:r>
              <a:rPr lang="en-IN" dirty="0" err="1"/>
              <a:t>LocationSerializer</a:t>
            </a:r>
            <a:endParaRPr lang="en-IN" dirty="0"/>
          </a:p>
          <a:p>
            <a:r>
              <a:rPr lang="en-IN" dirty="0"/>
              <a:t># Create your views here.</a:t>
            </a:r>
          </a:p>
          <a:p>
            <a:r>
              <a:rPr lang="en-IN" dirty="0"/>
              <a:t>from </a:t>
            </a:r>
            <a:r>
              <a:rPr lang="en-IN" dirty="0" err="1"/>
              <a:t>rest_framework.response</a:t>
            </a:r>
            <a:r>
              <a:rPr lang="en-IN" dirty="0"/>
              <a:t> import Response</a:t>
            </a:r>
          </a:p>
          <a:p>
            <a:r>
              <a:rPr lang="en-IN" dirty="0"/>
              <a:t>from </a:t>
            </a:r>
            <a:r>
              <a:rPr lang="en-IN" dirty="0" err="1"/>
              <a:t>rest_framework</a:t>
            </a:r>
            <a:r>
              <a:rPr lang="en-IN" dirty="0"/>
              <a:t> import status, </a:t>
            </a:r>
            <a:r>
              <a:rPr lang="en-IN" dirty="0" err="1"/>
              <a:t>viewsets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## read only model view sets</a:t>
            </a:r>
          </a:p>
          <a:p>
            <a:r>
              <a:rPr lang="en-IN" dirty="0"/>
              <a:t>class </a:t>
            </a:r>
            <a:r>
              <a:rPr lang="en-IN" dirty="0" err="1"/>
              <a:t>ReadOnlyLocation</a:t>
            </a:r>
            <a:r>
              <a:rPr lang="en-IN" dirty="0"/>
              <a:t>(</a:t>
            </a:r>
            <a:r>
              <a:rPr lang="en-IN" dirty="0" err="1"/>
              <a:t>viewsets.ReadOnlyModelViewSet</a:t>
            </a:r>
            <a:r>
              <a:rPr lang="en-IN" dirty="0"/>
              <a:t>):</a:t>
            </a:r>
          </a:p>
          <a:p>
            <a:r>
              <a:rPr lang="en-IN" dirty="0"/>
              <a:t>    </a:t>
            </a:r>
            <a:r>
              <a:rPr lang="en-IN" dirty="0" err="1"/>
              <a:t>queryset</a:t>
            </a:r>
            <a:r>
              <a:rPr lang="en-IN" dirty="0"/>
              <a:t> = </a:t>
            </a:r>
            <a:r>
              <a:rPr lang="en-IN" dirty="0" err="1"/>
              <a:t>Location.objects.all</a:t>
            </a:r>
            <a:r>
              <a:rPr lang="en-IN" dirty="0"/>
              <a:t>()</a:t>
            </a:r>
          </a:p>
          <a:p>
            <a:r>
              <a:rPr lang="en-IN" dirty="0"/>
              <a:t>    </a:t>
            </a:r>
            <a:r>
              <a:rPr lang="en-IN" dirty="0" err="1"/>
              <a:t>serializer_class</a:t>
            </a:r>
            <a:r>
              <a:rPr lang="en-IN" dirty="0"/>
              <a:t> = </a:t>
            </a:r>
            <a:r>
              <a:rPr lang="en-IN" dirty="0" err="1"/>
              <a:t>LocationSerializer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01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Views.py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## model view set</a:t>
            </a:r>
          </a:p>
          <a:p>
            <a:r>
              <a:rPr lang="en-IN" dirty="0"/>
              <a:t>class Location(</a:t>
            </a:r>
            <a:r>
              <a:rPr lang="en-IN" dirty="0" err="1"/>
              <a:t>viewsets.ModelViewSet</a:t>
            </a:r>
            <a:r>
              <a:rPr lang="en-IN" dirty="0"/>
              <a:t>):</a:t>
            </a:r>
          </a:p>
          <a:p>
            <a:r>
              <a:rPr lang="en-IN" dirty="0"/>
              <a:t>    </a:t>
            </a:r>
            <a:r>
              <a:rPr lang="en-IN" dirty="0" err="1"/>
              <a:t>queryset</a:t>
            </a:r>
            <a:r>
              <a:rPr lang="en-IN" dirty="0"/>
              <a:t> = </a:t>
            </a:r>
            <a:r>
              <a:rPr lang="en-IN" dirty="0" err="1"/>
              <a:t>Location.objects.all</a:t>
            </a:r>
            <a:r>
              <a:rPr lang="en-IN" dirty="0"/>
              <a:t>()</a:t>
            </a:r>
          </a:p>
          <a:p>
            <a:r>
              <a:rPr lang="en-IN" dirty="0"/>
              <a:t>    </a:t>
            </a:r>
            <a:r>
              <a:rPr lang="en-IN" dirty="0" err="1"/>
              <a:t>serializer_class</a:t>
            </a:r>
            <a:r>
              <a:rPr lang="en-IN" dirty="0"/>
              <a:t> = </a:t>
            </a:r>
            <a:r>
              <a:rPr lang="en-IN" dirty="0" err="1"/>
              <a:t>LocationSerializer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class </a:t>
            </a:r>
            <a:r>
              <a:rPr lang="en-IN" dirty="0" err="1"/>
              <a:t>getLocations</a:t>
            </a:r>
            <a:r>
              <a:rPr lang="en-IN" dirty="0"/>
              <a:t>(</a:t>
            </a:r>
            <a:r>
              <a:rPr lang="en-IN" dirty="0" err="1"/>
              <a:t>viewsets.ViewSet</a:t>
            </a:r>
            <a:r>
              <a:rPr lang="en-IN" dirty="0"/>
              <a:t>):</a:t>
            </a:r>
          </a:p>
          <a:p>
            <a:r>
              <a:rPr lang="en-IN" dirty="0"/>
              <a:t>    </a:t>
            </a:r>
            <a:r>
              <a:rPr lang="en-IN" dirty="0" err="1"/>
              <a:t>def</a:t>
            </a:r>
            <a:r>
              <a:rPr lang="en-IN" dirty="0"/>
              <a:t> list(</a:t>
            </a:r>
            <a:r>
              <a:rPr lang="en-IN" dirty="0" err="1"/>
              <a:t>self,request</a:t>
            </a:r>
            <a:r>
              <a:rPr lang="en-IN" dirty="0"/>
              <a:t>):</a:t>
            </a:r>
          </a:p>
          <a:p>
            <a:r>
              <a:rPr lang="en-IN" dirty="0"/>
              <a:t>        </a:t>
            </a:r>
            <a:r>
              <a:rPr lang="en-IN" dirty="0" err="1"/>
              <a:t>locationData</a:t>
            </a:r>
            <a:r>
              <a:rPr lang="en-IN" dirty="0"/>
              <a:t> = </a:t>
            </a:r>
            <a:r>
              <a:rPr lang="en-IN" dirty="0" err="1"/>
              <a:t>Location.objects.all</a:t>
            </a:r>
            <a:r>
              <a:rPr lang="en-IN" dirty="0"/>
              <a:t>()</a:t>
            </a:r>
          </a:p>
          <a:p>
            <a:r>
              <a:rPr lang="en-IN" dirty="0"/>
              <a:t>        </a:t>
            </a:r>
            <a:r>
              <a:rPr lang="en-IN" dirty="0" err="1"/>
              <a:t>srlData</a:t>
            </a:r>
            <a:r>
              <a:rPr lang="en-IN" dirty="0"/>
              <a:t> = </a:t>
            </a:r>
            <a:r>
              <a:rPr lang="en-IN" dirty="0" err="1"/>
              <a:t>LocationSerializer</a:t>
            </a:r>
            <a:r>
              <a:rPr lang="en-IN" dirty="0"/>
              <a:t>(</a:t>
            </a:r>
            <a:r>
              <a:rPr lang="en-IN" dirty="0" err="1"/>
              <a:t>locationData</a:t>
            </a:r>
            <a:r>
              <a:rPr lang="en-IN" dirty="0"/>
              <a:t>, many=True)</a:t>
            </a:r>
          </a:p>
          <a:p>
            <a:r>
              <a:rPr lang="en-IN" dirty="0"/>
              <a:t>        return Response(</a:t>
            </a:r>
            <a:r>
              <a:rPr lang="en-IN" dirty="0" err="1"/>
              <a:t>srlData.data</a:t>
            </a:r>
            <a:r>
              <a:rPr lang="en-IN" dirty="0"/>
              <a:t>)</a:t>
            </a:r>
          </a:p>
          <a:p>
            <a:r>
              <a:rPr lang="en-IN" dirty="0"/>
              <a:t>    </a:t>
            </a:r>
            <a:r>
              <a:rPr lang="en-IN" dirty="0" err="1"/>
              <a:t>def</a:t>
            </a:r>
            <a:r>
              <a:rPr lang="en-IN" dirty="0"/>
              <a:t> retrieve(self, request, </a:t>
            </a:r>
            <a:r>
              <a:rPr lang="en-IN" dirty="0" err="1"/>
              <a:t>pk</a:t>
            </a:r>
            <a:r>
              <a:rPr lang="en-IN" dirty="0"/>
              <a:t>=None):</a:t>
            </a:r>
          </a:p>
          <a:p>
            <a:r>
              <a:rPr lang="en-IN" dirty="0"/>
              <a:t>        id = </a:t>
            </a:r>
            <a:r>
              <a:rPr lang="en-IN" dirty="0" err="1"/>
              <a:t>pk</a:t>
            </a:r>
            <a:endParaRPr lang="en-IN" dirty="0"/>
          </a:p>
          <a:p>
            <a:r>
              <a:rPr lang="en-IN" dirty="0"/>
              <a:t>        if id is not None:</a:t>
            </a:r>
          </a:p>
          <a:p>
            <a:r>
              <a:rPr lang="en-IN" dirty="0"/>
              <a:t>            </a:t>
            </a:r>
            <a:r>
              <a:rPr lang="en-IN" dirty="0" err="1"/>
              <a:t>locationData</a:t>
            </a:r>
            <a:r>
              <a:rPr lang="en-IN" dirty="0"/>
              <a:t> = </a:t>
            </a:r>
            <a:r>
              <a:rPr lang="en-IN" dirty="0" err="1"/>
              <a:t>Location.objects.get</a:t>
            </a:r>
            <a:r>
              <a:rPr lang="en-IN" dirty="0"/>
              <a:t>(id=id)</a:t>
            </a:r>
          </a:p>
          <a:p>
            <a:r>
              <a:rPr lang="en-IN" dirty="0"/>
              <a:t>            </a:t>
            </a:r>
            <a:r>
              <a:rPr lang="en-IN" dirty="0" err="1"/>
              <a:t>srlData</a:t>
            </a:r>
            <a:r>
              <a:rPr lang="en-IN" dirty="0"/>
              <a:t> = </a:t>
            </a:r>
            <a:r>
              <a:rPr lang="en-IN" dirty="0" err="1"/>
              <a:t>LocationSerializer</a:t>
            </a:r>
            <a:r>
              <a:rPr lang="en-IN" dirty="0"/>
              <a:t>(</a:t>
            </a:r>
            <a:r>
              <a:rPr lang="en-IN" dirty="0" err="1"/>
              <a:t>locationData</a:t>
            </a:r>
            <a:r>
              <a:rPr lang="en-IN" dirty="0"/>
              <a:t>)</a:t>
            </a:r>
          </a:p>
          <a:p>
            <a:r>
              <a:rPr lang="en-IN" dirty="0"/>
              <a:t>            return Response(</a:t>
            </a:r>
            <a:r>
              <a:rPr lang="en-IN" dirty="0" err="1"/>
              <a:t>srlData.data</a:t>
            </a:r>
            <a:r>
              <a:rPr lang="en-IN" dirty="0"/>
              <a:t>)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</a:t>
            </a:r>
            <a:r>
              <a:rPr lang="en-IN" dirty="0" err="1"/>
              <a:t>def</a:t>
            </a:r>
            <a:r>
              <a:rPr lang="en-IN" dirty="0"/>
              <a:t> create(self, request):</a:t>
            </a:r>
          </a:p>
          <a:p>
            <a:r>
              <a:rPr lang="en-IN" dirty="0"/>
              <a:t>        return Response(10)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48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154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66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005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460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826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003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53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Model view set class</vt:lpstr>
      <vt:lpstr>PowerPoint Presentation</vt:lpstr>
      <vt:lpstr>CRUD API</vt:lpstr>
      <vt:lpstr>React Only Model View Set</vt:lpstr>
      <vt:lpstr>PowerPoint Presentation</vt:lpstr>
      <vt:lpstr>Urls.py</vt:lpstr>
      <vt:lpstr>Views.py </vt:lpstr>
      <vt:lpstr>Views.py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view set class</dc:title>
  <dc:creator>Laxman</dc:creator>
  <cp:lastModifiedBy>Laxman</cp:lastModifiedBy>
  <cp:revision>9</cp:revision>
  <dcterms:created xsi:type="dcterms:W3CDTF">2023-12-12T08:07:20Z</dcterms:created>
  <dcterms:modified xsi:type="dcterms:W3CDTF">2023-12-12T08:38:48Z</dcterms:modified>
</cp:coreProperties>
</file>