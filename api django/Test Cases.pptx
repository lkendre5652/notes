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428-DE1C-42A1-B0F9-4F129E59247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01970-866B-43B7-9B0E-3769D36DA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83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428-DE1C-42A1-B0F9-4F129E59247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01970-866B-43B7-9B0E-3769D36DA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75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428-DE1C-42A1-B0F9-4F129E59247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01970-866B-43B7-9B0E-3769D36DA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507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428-DE1C-42A1-B0F9-4F129E59247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01970-866B-43B7-9B0E-3769D36DA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45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428-DE1C-42A1-B0F9-4F129E59247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01970-866B-43B7-9B0E-3769D36DA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888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428-DE1C-42A1-B0F9-4F129E59247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01970-866B-43B7-9B0E-3769D36DA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793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428-DE1C-42A1-B0F9-4F129E59247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01970-866B-43B7-9B0E-3769D36DA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10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428-DE1C-42A1-B0F9-4F129E59247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01970-866B-43B7-9B0E-3769D36DA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4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428-DE1C-42A1-B0F9-4F129E59247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01970-866B-43B7-9B0E-3769D36DA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17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428-DE1C-42A1-B0F9-4F129E59247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01970-866B-43B7-9B0E-3769D36DA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033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428-DE1C-42A1-B0F9-4F129E59247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01970-866B-43B7-9B0E-3769D36DA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837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B1428-DE1C-42A1-B0F9-4F129E59247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01970-866B-43B7-9B0E-3769D36DA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83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Test Cases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88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2162" y="1996281"/>
            <a:ext cx="806767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5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98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 == 2, test_ prefix required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0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cases on models	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97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93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167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14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Test Cases</vt:lpstr>
      <vt:lpstr>PowerPoint Presentation</vt:lpstr>
      <vt:lpstr>PowerPoint Presentation</vt:lpstr>
      <vt:lpstr>1 == 2, test_ prefix required</vt:lpstr>
      <vt:lpstr>Test cases on models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Cases</dc:title>
  <dc:creator>Laxman</dc:creator>
  <cp:lastModifiedBy>Laxman</cp:lastModifiedBy>
  <cp:revision>9</cp:revision>
  <dcterms:created xsi:type="dcterms:W3CDTF">2025-06-17T09:10:04Z</dcterms:created>
  <dcterms:modified xsi:type="dcterms:W3CDTF">2025-06-17T11:41:21Z</dcterms:modified>
</cp:coreProperties>
</file>