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Custom permissions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02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2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67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8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5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Customepermissions.py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rest_framework.permissions</a:t>
            </a:r>
            <a:r>
              <a:rPr lang="en-IN" dirty="0"/>
              <a:t> import </a:t>
            </a:r>
            <a:r>
              <a:rPr lang="en-IN" dirty="0" err="1"/>
              <a:t>BasePermission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class </a:t>
            </a:r>
            <a:r>
              <a:rPr lang="en-IN" dirty="0" err="1"/>
              <a:t>myBasePermission</a:t>
            </a:r>
            <a:r>
              <a:rPr lang="en-IN" dirty="0"/>
              <a:t>(</a:t>
            </a:r>
            <a:r>
              <a:rPr lang="en-IN" dirty="0" err="1"/>
              <a:t>BasePermission</a:t>
            </a:r>
            <a:r>
              <a:rPr lang="en-IN" dirty="0"/>
              <a:t>):</a:t>
            </a:r>
          </a:p>
          <a:p>
            <a:r>
              <a:rPr lang="en-IN" dirty="0"/>
              <a:t>    </a:t>
            </a:r>
            <a:r>
              <a:rPr lang="en-IN" dirty="0" err="1"/>
              <a:t>def</a:t>
            </a:r>
            <a:r>
              <a:rPr lang="en-IN" dirty="0"/>
              <a:t> </a:t>
            </a:r>
            <a:r>
              <a:rPr lang="en-IN" dirty="0" err="1"/>
              <a:t>has_permission</a:t>
            </a:r>
            <a:r>
              <a:rPr lang="en-IN" dirty="0"/>
              <a:t>(</a:t>
            </a:r>
            <a:r>
              <a:rPr lang="en-IN" dirty="0" err="1"/>
              <a:t>self,request,view</a:t>
            </a:r>
            <a:r>
              <a:rPr lang="en-IN" dirty="0"/>
              <a:t>):</a:t>
            </a:r>
          </a:p>
          <a:p>
            <a:r>
              <a:rPr lang="en-IN" dirty="0"/>
              <a:t>        if </a:t>
            </a:r>
            <a:r>
              <a:rPr lang="en-IN" dirty="0" err="1"/>
              <a:t>request.method</a:t>
            </a:r>
            <a:r>
              <a:rPr lang="en-IN" dirty="0"/>
              <a:t> == "GET":</a:t>
            </a:r>
          </a:p>
          <a:p>
            <a:r>
              <a:rPr lang="en-IN" dirty="0"/>
              <a:t>            return True</a:t>
            </a:r>
          </a:p>
          <a:p>
            <a:r>
              <a:rPr lang="en-IN" dirty="0"/>
              <a:t>        </a:t>
            </a:r>
            <a:r>
              <a:rPr lang="en-IN" dirty="0" err="1"/>
              <a:t>elif</a:t>
            </a:r>
            <a:r>
              <a:rPr lang="en-IN" dirty="0"/>
              <a:t> </a:t>
            </a:r>
            <a:r>
              <a:rPr lang="en-IN" dirty="0" err="1"/>
              <a:t>request.method</a:t>
            </a:r>
            <a:r>
              <a:rPr lang="en-IN" dirty="0"/>
              <a:t> == "POST":</a:t>
            </a:r>
          </a:p>
          <a:p>
            <a:r>
              <a:rPr lang="en-IN" dirty="0"/>
              <a:t>            return True</a:t>
            </a:r>
          </a:p>
          <a:p>
            <a:r>
              <a:rPr lang="en-IN" dirty="0"/>
              <a:t>        else:</a:t>
            </a:r>
          </a:p>
          <a:p>
            <a:r>
              <a:rPr lang="en-IN" dirty="0"/>
              <a:t>            return False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35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Views.py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django.shortcuts</a:t>
            </a:r>
            <a:r>
              <a:rPr lang="en-IN" dirty="0"/>
              <a:t> import render</a:t>
            </a:r>
          </a:p>
          <a:p>
            <a:r>
              <a:rPr lang="en-IN" dirty="0"/>
              <a:t>from </a:t>
            </a:r>
            <a:r>
              <a:rPr lang="en-IN" dirty="0" err="1"/>
              <a:t>django.http</a:t>
            </a:r>
            <a:r>
              <a:rPr lang="en-IN" dirty="0"/>
              <a:t> import </a:t>
            </a:r>
            <a:r>
              <a:rPr lang="en-IN" dirty="0" err="1"/>
              <a:t>HttpResponse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rest_framework.parsers</a:t>
            </a:r>
            <a:r>
              <a:rPr lang="en-IN" dirty="0"/>
              <a:t> import </a:t>
            </a:r>
            <a:r>
              <a:rPr lang="en-IN" dirty="0" err="1"/>
              <a:t>JSONParser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rest_framework.renderers</a:t>
            </a:r>
            <a:r>
              <a:rPr lang="en-IN" dirty="0"/>
              <a:t> import </a:t>
            </a:r>
            <a:r>
              <a:rPr lang="en-IN" dirty="0" err="1"/>
              <a:t>JSONRenderer</a:t>
            </a:r>
            <a:r>
              <a:rPr lang="en-IN" dirty="0"/>
              <a:t>  </a:t>
            </a:r>
          </a:p>
          <a:p>
            <a:r>
              <a:rPr lang="en-IN" dirty="0"/>
              <a:t>from .models import Location</a:t>
            </a:r>
          </a:p>
          <a:p>
            <a:r>
              <a:rPr lang="en-IN" dirty="0"/>
              <a:t>from .</a:t>
            </a:r>
            <a:r>
              <a:rPr lang="en-IN" dirty="0" err="1"/>
              <a:t>serializer</a:t>
            </a:r>
            <a:r>
              <a:rPr lang="en-IN" dirty="0"/>
              <a:t> import </a:t>
            </a:r>
            <a:r>
              <a:rPr lang="en-IN" dirty="0" err="1"/>
              <a:t>LocationSerializer</a:t>
            </a:r>
            <a:endParaRPr lang="en-IN" dirty="0"/>
          </a:p>
          <a:p>
            <a:r>
              <a:rPr lang="en-IN" dirty="0"/>
              <a:t># Create your views here.</a:t>
            </a:r>
          </a:p>
          <a:p>
            <a:r>
              <a:rPr lang="en-IN" dirty="0"/>
              <a:t>from </a:t>
            </a:r>
            <a:r>
              <a:rPr lang="en-IN" dirty="0" err="1"/>
              <a:t>rest_framework.response</a:t>
            </a:r>
            <a:r>
              <a:rPr lang="en-IN" dirty="0"/>
              <a:t> import Response</a:t>
            </a:r>
          </a:p>
          <a:p>
            <a:r>
              <a:rPr lang="en-IN" dirty="0"/>
              <a:t>from </a:t>
            </a:r>
            <a:r>
              <a:rPr lang="en-IN" dirty="0" err="1"/>
              <a:t>rest_framework</a:t>
            </a:r>
            <a:r>
              <a:rPr lang="en-IN" dirty="0"/>
              <a:t> import status, </a:t>
            </a:r>
            <a:r>
              <a:rPr lang="en-IN" dirty="0" err="1"/>
              <a:t>viewsets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rest_framework.authentication</a:t>
            </a:r>
            <a:r>
              <a:rPr lang="en-IN" dirty="0"/>
              <a:t> import </a:t>
            </a:r>
            <a:r>
              <a:rPr lang="en-IN" dirty="0" err="1"/>
              <a:t>BasicAuthentication</a:t>
            </a:r>
            <a:r>
              <a:rPr lang="en-IN" dirty="0"/>
              <a:t>, </a:t>
            </a:r>
            <a:r>
              <a:rPr lang="en-IN" dirty="0" err="1"/>
              <a:t>SessionAuthentication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rest_framework.permissions</a:t>
            </a:r>
            <a:r>
              <a:rPr lang="en-IN" dirty="0"/>
              <a:t> import </a:t>
            </a:r>
            <a:r>
              <a:rPr lang="en-IN" dirty="0" err="1"/>
              <a:t>IsAuthenticated</a:t>
            </a:r>
            <a:r>
              <a:rPr lang="en-IN" dirty="0"/>
              <a:t>, </a:t>
            </a:r>
            <a:r>
              <a:rPr lang="en-IN" dirty="0" err="1"/>
              <a:t>IsAuthenticatedOrReadOnly</a:t>
            </a:r>
            <a:endParaRPr lang="en-IN" dirty="0"/>
          </a:p>
          <a:p>
            <a:r>
              <a:rPr lang="en-IN" dirty="0"/>
              <a:t>from .</a:t>
            </a:r>
            <a:r>
              <a:rPr lang="en-IN" dirty="0" err="1"/>
              <a:t>custompermissions</a:t>
            </a:r>
            <a:r>
              <a:rPr lang="en-IN" dirty="0"/>
              <a:t> import </a:t>
            </a:r>
            <a:r>
              <a:rPr lang="en-IN" dirty="0" err="1"/>
              <a:t>myBasePermission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273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Views.py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custom permissions</a:t>
            </a:r>
          </a:p>
          <a:p>
            <a:r>
              <a:rPr lang="en-IN" dirty="0"/>
              <a:t>class </a:t>
            </a:r>
            <a:r>
              <a:rPr lang="en-IN" dirty="0" err="1"/>
              <a:t>myCustomPermissionApi</a:t>
            </a:r>
            <a:r>
              <a:rPr lang="en-IN" dirty="0"/>
              <a:t>(</a:t>
            </a:r>
            <a:r>
              <a:rPr lang="en-IN" dirty="0" err="1"/>
              <a:t>viewsets.ModelViewSet</a:t>
            </a:r>
            <a:r>
              <a:rPr lang="en-IN" dirty="0"/>
              <a:t>):</a:t>
            </a:r>
          </a:p>
          <a:p>
            <a:r>
              <a:rPr lang="en-IN" dirty="0"/>
              <a:t>    </a:t>
            </a:r>
            <a:r>
              <a:rPr lang="en-IN" dirty="0" err="1"/>
              <a:t>queryset</a:t>
            </a:r>
            <a:r>
              <a:rPr lang="en-IN" dirty="0"/>
              <a:t> = </a:t>
            </a:r>
            <a:r>
              <a:rPr lang="en-IN" dirty="0" err="1"/>
              <a:t>Location.objects.all</a:t>
            </a:r>
            <a:r>
              <a:rPr lang="en-IN" dirty="0"/>
              <a:t>()</a:t>
            </a:r>
          </a:p>
          <a:p>
            <a:r>
              <a:rPr lang="en-IN" dirty="0"/>
              <a:t>    </a:t>
            </a:r>
            <a:r>
              <a:rPr lang="en-IN" dirty="0" err="1"/>
              <a:t>serializer_class</a:t>
            </a:r>
            <a:r>
              <a:rPr lang="en-IN" dirty="0"/>
              <a:t> = </a:t>
            </a:r>
            <a:r>
              <a:rPr lang="en-IN" dirty="0" err="1"/>
              <a:t>LocationSerializer</a:t>
            </a:r>
            <a:endParaRPr lang="en-IN" dirty="0"/>
          </a:p>
          <a:p>
            <a:r>
              <a:rPr lang="en-IN" dirty="0"/>
              <a:t>    </a:t>
            </a:r>
            <a:r>
              <a:rPr lang="en-IN" dirty="0" err="1"/>
              <a:t>authentication_classes</a:t>
            </a:r>
            <a:r>
              <a:rPr lang="en-IN" dirty="0"/>
              <a:t> = [</a:t>
            </a:r>
            <a:r>
              <a:rPr lang="en-IN" dirty="0" err="1"/>
              <a:t>SessionAuthentication</a:t>
            </a:r>
            <a:r>
              <a:rPr lang="en-IN" dirty="0"/>
              <a:t>]</a:t>
            </a:r>
          </a:p>
          <a:p>
            <a:r>
              <a:rPr lang="en-IN" dirty="0"/>
              <a:t>    </a:t>
            </a:r>
            <a:r>
              <a:rPr lang="en-IN" dirty="0" err="1"/>
              <a:t>permission_classes</a:t>
            </a:r>
            <a:r>
              <a:rPr lang="en-IN" dirty="0"/>
              <a:t> = [</a:t>
            </a:r>
            <a:r>
              <a:rPr lang="en-IN" dirty="0" err="1"/>
              <a:t>myBasePermission</a:t>
            </a:r>
            <a:r>
              <a:rPr lang="en-IN" dirty="0"/>
              <a:t>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798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726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505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59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004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39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705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16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31</Words>
  <Application>Microsoft Office PowerPoint</Application>
  <PresentationFormat>Widescreen</PresentationFormat>
  <Paragraphs>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Custom permissions</vt:lpstr>
      <vt:lpstr>PowerPoint Presentation</vt:lpstr>
      <vt:lpstr>PowerPoint Presentation</vt:lpstr>
      <vt:lpstr>PowerPoint Presentation</vt:lpstr>
      <vt:lpstr>PowerPoint Presentation</vt:lpstr>
      <vt:lpstr>Customepermissions.py</vt:lpstr>
      <vt:lpstr>Views.py</vt:lpstr>
      <vt:lpstr>Views.py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permissions</dc:title>
  <dc:creator>Laxman</dc:creator>
  <cp:lastModifiedBy>Laxman</cp:lastModifiedBy>
  <cp:revision>9</cp:revision>
  <dcterms:created xsi:type="dcterms:W3CDTF">2023-12-14T04:13:32Z</dcterms:created>
  <dcterms:modified xsi:type="dcterms:W3CDTF">2023-12-14T04:31:25Z</dcterms:modified>
</cp:coreProperties>
</file>