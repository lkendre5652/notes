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12/14/2023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/>
              <a:t>Authentication and Permission in Function Based View in Django REST </a:t>
            </a:r>
            <a:r>
              <a:rPr lang="en-US" sz="4000" b="1" dirty="0" smtClean="0"/>
              <a:t>Framework</a:t>
            </a:r>
            <a:endParaRPr lang="en-IN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143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base view permissions and authentications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82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322" y="2052638"/>
            <a:ext cx="7459132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76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31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30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885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734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126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145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536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627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646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012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796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4352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</TotalTime>
  <Words>17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Authentication and Permission in Function Based View in Django REST Framework</vt:lpstr>
      <vt:lpstr>Function base view permissions and authentications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Authentication and Permission in Function Based View in Django REST Framework</dc:title>
  <dc:creator>Laxman</dc:creator>
  <cp:lastModifiedBy>Laxman</cp:lastModifiedBy>
  <cp:revision>4</cp:revision>
  <dcterms:created xsi:type="dcterms:W3CDTF">2023-12-14T04:31:34Z</dcterms:created>
  <dcterms:modified xsi:type="dcterms:W3CDTF">2023-12-14T04:56:53Z</dcterms:modified>
</cp:coreProperties>
</file>