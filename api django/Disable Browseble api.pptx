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Disable </a:t>
            </a:r>
            <a:r>
              <a:rPr lang="en-US" dirty="0" err="1" smtClean="0"/>
              <a:t>Browseble</a:t>
            </a:r>
            <a:r>
              <a:rPr lang="en-US" dirty="0" smtClean="0"/>
              <a:t> </a:t>
            </a:r>
            <a:r>
              <a:rPr lang="en-US" dirty="0" err="1" smtClean="0"/>
              <a:t>api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386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Settings.py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effectLst/>
              </a:rPr>
              <a:t>REST_FRAMEWORK = {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    'DEFAULT_RENDERER_CLASSES': ('</a:t>
            </a:r>
            <a:r>
              <a:rPr lang="en-IN" dirty="0" err="1">
                <a:effectLst/>
              </a:rPr>
              <a:t>rest_framework.renderers.JSONRenderer</a:t>
            </a:r>
            <a:r>
              <a:rPr lang="en-IN" dirty="0">
                <a:effectLst/>
              </a:rPr>
              <a:t>',),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3852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561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887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434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024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41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953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845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3685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0</TotalTime>
  <Words>7</Words>
  <Application>Microsoft Office PowerPoint</Application>
  <PresentationFormat>Widescreen</PresentationFormat>
  <Paragraphs>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Mesh</vt:lpstr>
      <vt:lpstr>Disable Browseble api</vt:lpstr>
      <vt:lpstr>Settings.py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Disable Browseble api</dc:title>
  <dc:creator>Laxman</dc:creator>
  <cp:lastModifiedBy>Laxman</cp:lastModifiedBy>
  <cp:revision>3</cp:revision>
  <dcterms:created xsi:type="dcterms:W3CDTF">2024-02-28T05:21:13Z</dcterms:created>
  <dcterms:modified xsi:type="dcterms:W3CDTF">2024-02-28T05:22:07Z</dcterms:modified>
</cp:coreProperties>
</file>