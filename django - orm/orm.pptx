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1"/>
  </p:sldMasterIdLst>
  <p:notesMasterIdLst>
    <p:notesMasterId r:id="rId4"/>
  </p:notesMasterIdLst>
  <p:handoutMasterIdLst>
    <p:handoutMasterId r:id="rId9"/>
  </p:handoutMasterIdLst>
  <p:sldIdLst>
    <p:sldId id="256" r:id="rId3"/>
    <p:sldId id="271" r:id="rId5"/>
    <p:sldId id="283" r:id="rId6"/>
    <p:sldId id="284" r:id="rId7"/>
    <p:sldId id="28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</p14:sldIdLst>
        </p14:section>
        <p14:section name="Design, Morph, Annotate, Work Together, Tell Me" id="{B9B51309-D148-4332-87C2-07BE32FBCA3B}">
          <p14:sldIdLst>
            <p14:sldId id="271"/>
            <p14:sldId id="283"/>
            <p14:sldId id="284"/>
            <p14:sldId id="285"/>
          </p14:sldIdLst>
        </p14:section>
        <p14:section name="Learn More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241" autoAdjust="0"/>
  </p:normalViewPr>
  <p:slideViewPr>
    <p:cSldViewPr snapToGrid="0" showGuides="1">
      <p:cViewPr varScale="1">
        <p:scale>
          <a:sx n="115" d="100"/>
          <a:sy n="115" d="100"/>
        </p:scale>
        <p:origin x="372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customXml" Target="../customXml/item3.xml"/><Relationship Id="rId15" Type="http://schemas.openxmlformats.org/officeDocument/2006/relationships/customXml" Target="../customXml/item2.xml"/><Relationship Id="rId14" Type="http://schemas.openxmlformats.org/officeDocument/2006/relationships/customXml" Target="../customXml/item1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Edit Master text styles</a:t>
            </a:r>
            <a:endParaRPr lang="en-US" smtClean="0"/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Second level</a:t>
            </a:r>
            <a:endParaRPr lang="en-US" smtClean="0"/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Third level</a:t>
            </a:r>
            <a:endParaRPr lang="en-US" smtClean="0"/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Fourth level</a:t>
            </a:r>
            <a:endParaRPr lang="en-US" smtClean="0"/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Edit Master text styles</a:t>
            </a:r>
            <a:endParaRPr lang="en-US" smtClean="0"/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Second level</a:t>
            </a:r>
            <a:endParaRPr lang="en-US" smtClean="0"/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Third level</a:t>
            </a:r>
            <a:endParaRPr lang="en-US" smtClean="0"/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Fourth level</a:t>
            </a:r>
            <a:endParaRPr lang="en-US" smtClean="0"/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anchor="ctr" anchorCtr="0">
            <a:normAutofit/>
          </a:bodyPr>
          <a:lstStyle/>
          <a:p>
            <a:r>
              <a:rPr lang="en-US" sz="4800" dirty="0" smtClean="0">
                <a:solidFill>
                  <a:schemeClr val="bg1"/>
                </a:solidFill>
              </a:rPr>
              <a:t>Django ORM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400" dirty="0" err="1" smtClean="0">
                <a:solidFill>
                  <a:schemeClr val="bg1"/>
                </a:solidFill>
                <a:latin typeface="+mj-lt"/>
              </a:rPr>
              <a:t>Orm</a:t>
            </a:r>
            <a:endParaRPr lang="en-US" sz="2400" dirty="0" smtClean="0">
              <a:solidFill>
                <a:schemeClr val="bg1"/>
              </a:solidFill>
              <a:latin typeface="+mj-lt"/>
            </a:endParaRPr>
          </a:p>
          <a:p>
            <a:r>
              <a:rPr lang="en-US" sz="2400">
                <a:solidFill>
                  <a:schemeClr val="bg1"/>
                </a:solidFill>
                <a:latin typeface="+mj-lt"/>
              </a:rPr>
              <a:t>https://www.youtube.com/watch?v=XbOUjyC--Ao&amp;list=PLOLrQ9Pn6cazjoDEnwzcdWWf4SNS0QZml&amp;index=2</a:t>
            </a:r>
            <a:endParaRPr lang="en-US" sz="2400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ORM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8" name="Content Placeholder 17"/>
          <p:cNvSpPr txBox="1"/>
          <p:nvPr/>
        </p:nvSpPr>
        <p:spPr>
          <a:xfrm>
            <a:off x="541609" y="1524708"/>
            <a:ext cx="10905015" cy="387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Aft>
                <a:spcPts val="600"/>
              </a:spcAft>
              <a:buNone/>
              <a:defRPr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09" y="1230283"/>
            <a:ext cx="11046334" cy="53133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ORM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8" name="Content Placeholder 17"/>
          <p:cNvSpPr txBox="1"/>
          <p:nvPr/>
        </p:nvSpPr>
        <p:spPr>
          <a:xfrm>
            <a:off x="541609" y="1524708"/>
            <a:ext cx="10905015" cy="387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Aft>
                <a:spcPts val="600"/>
              </a:spcAft>
              <a:buNone/>
              <a:defRPr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829" y="1241145"/>
            <a:ext cx="11030989" cy="53393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9412502" cy="640080"/>
          </a:xfrm>
        </p:spPr>
        <p:txBody>
          <a:bodyPr>
            <a:noAutofit/>
          </a:bodyPr>
          <a:lstStyle/>
          <a:p>
            <a:r>
              <a:rPr lang="en-US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ORM- </a:t>
            </a:r>
            <a:r>
              <a:rPr lang="en-US" dirty="0" err="1" smtClean="0">
                <a:latin typeface="Segoe UI Light" panose="020B0502040204020203" pitchFamily="34" charset="0"/>
                <a:cs typeface="Segoe UI Light" panose="020B0502040204020203" pitchFamily="34" charset="0"/>
              </a:rPr>
              <a:t>PostGree</a:t>
            </a:r>
            <a:r>
              <a:rPr lang="en-US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 use </a:t>
            </a:r>
            <a:r>
              <a:rPr lang="en-US" b="1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psycopg2 install package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8" name="Content Placeholder 17"/>
          <p:cNvSpPr txBox="1"/>
          <p:nvPr/>
        </p:nvSpPr>
        <p:spPr>
          <a:xfrm>
            <a:off x="541609" y="1524708"/>
            <a:ext cx="10905015" cy="387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Aft>
                <a:spcPts val="600"/>
              </a:spcAft>
              <a:buNone/>
              <a:defRPr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768" y="1221971"/>
            <a:ext cx="10964488" cy="52502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 smtClean="0">
                <a:latin typeface="Segoe UI Light" panose="020B0502040204020203" pitchFamily="34" charset="0"/>
                <a:cs typeface="Segoe UI Light" panose="020B0502040204020203" pitchFamily="34" charset="0"/>
              </a:rPr>
              <a:t>ORM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8" name="Content Placeholder 17"/>
          <p:cNvSpPr txBox="1"/>
          <p:nvPr/>
        </p:nvSpPr>
        <p:spPr>
          <a:xfrm>
            <a:off x="541609" y="1524708"/>
            <a:ext cx="10905015" cy="38715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Aft>
                <a:spcPts val="600"/>
              </a:spcAft>
              <a:buNone/>
              <a:defRPr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0072C5-DDE0-4258-BA7A-4D4B80DFA632}">
  <ds:schemaRefs/>
</ds:datastoreItem>
</file>

<file path=customXml/itemProps2.xml><?xml version="1.0" encoding="utf-8"?>
<ds:datastoreItem xmlns:ds="http://schemas.openxmlformats.org/officeDocument/2006/customXml" ds:itemID="{7EE8C63A-4744-4DE4-BB49-0FF0B5375C60}">
  <ds:schemaRefs/>
</ds:datastoreItem>
</file>

<file path=customXml/itemProps3.xml><?xml version="1.0" encoding="utf-8"?>
<ds:datastoreItem xmlns:ds="http://schemas.openxmlformats.org/officeDocument/2006/customXml" ds:itemID="{FD7FC771-7DFE-49DA-B577-71181BFBCB2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0</TotalTime>
  <Words>155</Words>
  <Application>WPS Slides</Application>
  <PresentationFormat>Widescreen</PresentationFormat>
  <Paragraphs>13</Paragraphs>
  <Slides>5</Slides>
  <Notes>2</Notes>
  <HiddenSlides>0</HiddenSlides>
  <MMClips>1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8" baseType="lpstr">
      <vt:lpstr>Arial</vt:lpstr>
      <vt:lpstr>SimSun</vt:lpstr>
      <vt:lpstr>Wingdings</vt:lpstr>
      <vt:lpstr>Segoe UI Light</vt:lpstr>
      <vt:lpstr>Segoe UI</vt:lpstr>
      <vt:lpstr>Segoe UI Semibold</vt:lpstr>
      <vt:lpstr>Segoe UI</vt:lpstr>
      <vt:lpstr>SimHei</vt:lpstr>
      <vt:lpstr>Times New Roman</vt:lpstr>
      <vt:lpstr>Microsoft YaHei</vt:lpstr>
      <vt:lpstr>Arial Unicode MS</vt:lpstr>
      <vt:lpstr>Calibri</vt:lpstr>
      <vt:lpstr>WelcomeDoc</vt:lpstr>
      <vt:lpstr>Django ORM</vt:lpstr>
      <vt:lpstr>ORM</vt:lpstr>
      <vt:lpstr>ORM</vt:lpstr>
      <vt:lpstr>ORM- PostGree use psycopg2 install package</vt:lpstr>
      <vt:lpstr>ORM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Laxman Kendre</cp:lastModifiedBy>
  <cp:revision>2</cp:revision>
  <dcterms:created xsi:type="dcterms:W3CDTF">2024-04-24T12:47:00Z</dcterms:created>
  <dcterms:modified xsi:type="dcterms:W3CDTF">2025-05-05T04:36:14Z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ICV">
    <vt:lpwstr>7547CAD252F64D6E8616F8D77AD9CC6B_12</vt:lpwstr>
  </property>
  <property fmtid="{D5CDD505-2E9C-101B-9397-08002B2CF9AE}" pid="4" name="KSOProductBuildVer">
    <vt:lpwstr>1033-12.2.0.20795</vt:lpwstr>
  </property>
</Properties>
</file>